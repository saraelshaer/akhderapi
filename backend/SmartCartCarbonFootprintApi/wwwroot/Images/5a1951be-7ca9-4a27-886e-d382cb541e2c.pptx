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57" r:id="rId3"/>
    <p:sldId id="268" r:id="rId4"/>
    <p:sldId id="260" r:id="rId5"/>
    <p:sldId id="261" r:id="rId6"/>
    <p:sldId id="262" r:id="rId7"/>
    <p:sldId id="263" r:id="rId8"/>
    <p:sldId id="266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51A68D-D681-4094-8480-B32AAC30D80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7FD7F32-D208-44FA-93E4-F912A39703E1}">
      <dgm:prSet custT="1"/>
      <dgm:spPr/>
      <dgm:t>
        <a:bodyPr/>
        <a:lstStyle/>
        <a:p>
          <a:r>
            <a:rPr lang="en-US" sz="1600" dirty="0"/>
            <a:t>The project involves designing a responsive and interactive Landing Page with a clean, modern design. </a:t>
          </a:r>
        </a:p>
      </dgm:t>
    </dgm:pt>
    <dgm:pt modelId="{0B218F73-D5E7-43EF-A5B6-3A523DF2E555}" type="parTrans" cxnId="{4F4CABF6-903B-485D-AD46-7B237AAD859D}">
      <dgm:prSet/>
      <dgm:spPr/>
      <dgm:t>
        <a:bodyPr/>
        <a:lstStyle/>
        <a:p>
          <a:endParaRPr lang="en-US"/>
        </a:p>
      </dgm:t>
    </dgm:pt>
    <dgm:pt modelId="{8C43B6B9-419E-46CF-9E8F-50D535FB4BD8}" type="sibTrans" cxnId="{4F4CABF6-903B-485D-AD46-7B237AAD859D}">
      <dgm:prSet/>
      <dgm:spPr/>
      <dgm:t>
        <a:bodyPr/>
        <a:lstStyle/>
        <a:p>
          <a:endParaRPr lang="en-US"/>
        </a:p>
      </dgm:t>
    </dgm:pt>
    <dgm:pt modelId="{BDFA75C5-75C9-4A07-9907-352074E1956B}">
      <dgm:prSet custT="1"/>
      <dgm:spPr/>
      <dgm:t>
        <a:bodyPr/>
        <a:lstStyle/>
        <a:p>
          <a:r>
            <a:rPr lang="en-US" sz="1800" dirty="0"/>
            <a:t>• </a:t>
          </a:r>
          <a:r>
            <a:rPr lang="en-US" sz="1800" b="1" dirty="0"/>
            <a:t>Header: </a:t>
          </a:r>
          <a:r>
            <a:rPr lang="en-US" sz="1800" dirty="0"/>
            <a:t>Logo &amp; Navigation Menu</a:t>
          </a:r>
        </a:p>
      </dgm:t>
    </dgm:pt>
    <dgm:pt modelId="{FB239290-E443-4998-BA02-11383151817A}" type="parTrans" cxnId="{949F9DE8-EF81-4F1E-A414-FE941E5F6B72}">
      <dgm:prSet/>
      <dgm:spPr/>
      <dgm:t>
        <a:bodyPr/>
        <a:lstStyle/>
        <a:p>
          <a:endParaRPr lang="en-US"/>
        </a:p>
      </dgm:t>
    </dgm:pt>
    <dgm:pt modelId="{75A3E52F-0116-4AEB-A830-1D1ED072B2E2}" type="sibTrans" cxnId="{949F9DE8-EF81-4F1E-A414-FE941E5F6B72}">
      <dgm:prSet/>
      <dgm:spPr/>
      <dgm:t>
        <a:bodyPr/>
        <a:lstStyle/>
        <a:p>
          <a:endParaRPr lang="en-US"/>
        </a:p>
      </dgm:t>
    </dgm:pt>
    <dgm:pt modelId="{BA52A993-6AFF-47C4-9EF2-51D17904A1DF}">
      <dgm:prSet custT="1"/>
      <dgm:spPr/>
      <dgm:t>
        <a:bodyPr/>
        <a:lstStyle/>
        <a:p>
          <a:r>
            <a:rPr lang="en-US" sz="1800" dirty="0"/>
            <a:t>• </a:t>
          </a:r>
          <a:r>
            <a:rPr lang="en-US" sz="1800" b="1" dirty="0"/>
            <a:t>Hero Section: </a:t>
          </a:r>
          <a:r>
            <a:rPr lang="en-US" sz="1800" dirty="0"/>
            <a:t>Product Presentation or Slogan</a:t>
          </a:r>
        </a:p>
      </dgm:t>
    </dgm:pt>
    <dgm:pt modelId="{BD1AD003-E0E9-4090-B0CF-BA824390F616}" type="parTrans" cxnId="{77BDE316-5557-4631-B644-0380E74BAD3B}">
      <dgm:prSet/>
      <dgm:spPr/>
      <dgm:t>
        <a:bodyPr/>
        <a:lstStyle/>
        <a:p>
          <a:endParaRPr lang="en-US"/>
        </a:p>
      </dgm:t>
    </dgm:pt>
    <dgm:pt modelId="{3A1B1BD5-9D02-44D4-B048-813860F33EDD}" type="sibTrans" cxnId="{77BDE316-5557-4631-B644-0380E74BAD3B}">
      <dgm:prSet/>
      <dgm:spPr/>
      <dgm:t>
        <a:bodyPr/>
        <a:lstStyle/>
        <a:p>
          <a:endParaRPr lang="en-US"/>
        </a:p>
      </dgm:t>
    </dgm:pt>
    <dgm:pt modelId="{8AF7A39E-43E4-416A-9F15-9D7927FA65F6}">
      <dgm:prSet custT="1"/>
      <dgm:spPr/>
      <dgm:t>
        <a:bodyPr/>
        <a:lstStyle/>
        <a:p>
          <a:r>
            <a:rPr lang="en-US" sz="1800" dirty="0"/>
            <a:t>• </a:t>
          </a:r>
          <a:r>
            <a:rPr lang="en-US" sz="1800" b="1" dirty="0"/>
            <a:t>Features Section: </a:t>
          </a:r>
          <a:r>
            <a:rPr lang="en-US" sz="1800" dirty="0"/>
            <a:t>Highlighting Product Benefits</a:t>
          </a:r>
        </a:p>
      </dgm:t>
    </dgm:pt>
    <dgm:pt modelId="{BAC92A97-5265-4EE8-80E1-AFBD0D93969C}" type="parTrans" cxnId="{43F26267-8F8A-496C-98E9-6E2B6A4869B7}">
      <dgm:prSet/>
      <dgm:spPr/>
      <dgm:t>
        <a:bodyPr/>
        <a:lstStyle/>
        <a:p>
          <a:endParaRPr lang="en-US"/>
        </a:p>
      </dgm:t>
    </dgm:pt>
    <dgm:pt modelId="{5D98C14F-F42E-40F8-87C3-63D334658400}" type="sibTrans" cxnId="{43F26267-8F8A-496C-98E9-6E2B6A4869B7}">
      <dgm:prSet/>
      <dgm:spPr/>
      <dgm:t>
        <a:bodyPr/>
        <a:lstStyle/>
        <a:p>
          <a:endParaRPr lang="en-US"/>
        </a:p>
      </dgm:t>
    </dgm:pt>
    <dgm:pt modelId="{B04C1205-E968-4403-8694-C95BB26B50E6}">
      <dgm:prSet custT="1"/>
      <dgm:spPr/>
      <dgm:t>
        <a:bodyPr/>
        <a:lstStyle/>
        <a:p>
          <a:r>
            <a:rPr lang="en-US" sz="1800" b="1" dirty="0"/>
            <a:t>• CTA Section: </a:t>
          </a:r>
          <a:r>
            <a:rPr lang="en-US" sz="1800" dirty="0"/>
            <a:t>Data Collection Form</a:t>
          </a:r>
        </a:p>
      </dgm:t>
    </dgm:pt>
    <dgm:pt modelId="{1456EB6A-8A0B-4424-880B-A01BE8A769ED}" type="parTrans" cxnId="{BBF6E8F7-14D5-44A7-B964-8D87B6D842BC}">
      <dgm:prSet/>
      <dgm:spPr/>
      <dgm:t>
        <a:bodyPr/>
        <a:lstStyle/>
        <a:p>
          <a:endParaRPr lang="en-US"/>
        </a:p>
      </dgm:t>
    </dgm:pt>
    <dgm:pt modelId="{6E224DD5-0744-46A4-83F6-D39147098B98}" type="sibTrans" cxnId="{BBF6E8F7-14D5-44A7-B964-8D87B6D842BC}">
      <dgm:prSet/>
      <dgm:spPr/>
      <dgm:t>
        <a:bodyPr/>
        <a:lstStyle/>
        <a:p>
          <a:endParaRPr lang="en-US"/>
        </a:p>
      </dgm:t>
    </dgm:pt>
    <dgm:pt modelId="{F61943C0-32A5-41BF-8C32-5C7A5E152D91}">
      <dgm:prSet custT="1"/>
      <dgm:spPr/>
      <dgm:t>
        <a:bodyPr/>
        <a:lstStyle/>
        <a:p>
          <a:r>
            <a:rPr lang="en-US" sz="1800" b="1" dirty="0"/>
            <a:t>• Social Media Section: </a:t>
          </a:r>
          <a:r>
            <a:rPr lang="en-US" sz="1800" dirty="0"/>
            <a:t>Contact &amp; Links</a:t>
          </a:r>
        </a:p>
      </dgm:t>
    </dgm:pt>
    <dgm:pt modelId="{1F6F04C3-38C2-438A-A1F4-C575C8E01EF4}" type="parTrans" cxnId="{FEA707A2-4A0B-4D6B-A13B-1FEEB6A1FE04}">
      <dgm:prSet/>
      <dgm:spPr/>
      <dgm:t>
        <a:bodyPr/>
        <a:lstStyle/>
        <a:p>
          <a:endParaRPr lang="en-US"/>
        </a:p>
      </dgm:t>
    </dgm:pt>
    <dgm:pt modelId="{B0BD40F6-778A-4AA4-980E-1109902584BF}" type="sibTrans" cxnId="{FEA707A2-4A0B-4D6B-A13B-1FEEB6A1FE04}">
      <dgm:prSet/>
      <dgm:spPr/>
      <dgm:t>
        <a:bodyPr/>
        <a:lstStyle/>
        <a:p>
          <a:endParaRPr lang="en-US"/>
        </a:p>
      </dgm:t>
    </dgm:pt>
    <dgm:pt modelId="{E46EA845-B42D-495F-A04F-09F2714A22E2}">
      <dgm:prSet custT="1"/>
      <dgm:spPr/>
      <dgm:t>
        <a:bodyPr/>
        <a:lstStyle/>
        <a:p>
          <a:r>
            <a:rPr lang="en-US" sz="1800" b="1" dirty="0"/>
            <a:t>• Responsive Design: </a:t>
          </a:r>
          <a:r>
            <a:rPr lang="en-US" sz="1800" dirty="0"/>
            <a:t>Optimized for Mobile, Tablet &amp; Desktop</a:t>
          </a:r>
        </a:p>
      </dgm:t>
    </dgm:pt>
    <dgm:pt modelId="{5B66C828-C4B0-4054-AF43-FF0778935146}" type="parTrans" cxnId="{27C8A852-B642-4FD7-92B4-8E38ACFAAE85}">
      <dgm:prSet/>
      <dgm:spPr/>
      <dgm:t>
        <a:bodyPr/>
        <a:lstStyle/>
        <a:p>
          <a:endParaRPr lang="en-US"/>
        </a:p>
      </dgm:t>
    </dgm:pt>
    <dgm:pt modelId="{AAC54732-FD81-47D3-AC23-068A8BB321B6}" type="sibTrans" cxnId="{27C8A852-B642-4FD7-92B4-8E38ACFAAE85}">
      <dgm:prSet/>
      <dgm:spPr/>
      <dgm:t>
        <a:bodyPr/>
        <a:lstStyle/>
        <a:p>
          <a:endParaRPr lang="en-US"/>
        </a:p>
      </dgm:t>
    </dgm:pt>
    <dgm:pt modelId="{64DD537C-E857-40C4-97B5-9FBD580677D8}" type="pres">
      <dgm:prSet presAssocID="{E551A68D-D681-4094-8480-B32AAC30D80B}" presName="linear" presStyleCnt="0">
        <dgm:presLayoutVars>
          <dgm:animLvl val="lvl"/>
          <dgm:resizeHandles val="exact"/>
        </dgm:presLayoutVars>
      </dgm:prSet>
      <dgm:spPr/>
    </dgm:pt>
    <dgm:pt modelId="{00586351-2ADC-43F8-B143-3207BC1FE445}" type="pres">
      <dgm:prSet presAssocID="{47FD7F32-D208-44FA-93E4-F912A39703E1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2675A5A6-250E-4732-8529-12C051C02EE8}" type="pres">
      <dgm:prSet presAssocID="{8C43B6B9-419E-46CF-9E8F-50D535FB4BD8}" presName="spacer" presStyleCnt="0"/>
      <dgm:spPr/>
    </dgm:pt>
    <dgm:pt modelId="{06EFDF12-9178-41A6-93E5-6D0BA068588E}" type="pres">
      <dgm:prSet presAssocID="{BDFA75C5-75C9-4A07-9907-352074E1956B}" presName="parentText" presStyleLbl="node1" presStyleIdx="1" presStyleCnt="7" custLinFactY="2258" custLinFactNeighborY="100000">
        <dgm:presLayoutVars>
          <dgm:chMax val="0"/>
          <dgm:bulletEnabled val="1"/>
        </dgm:presLayoutVars>
      </dgm:prSet>
      <dgm:spPr/>
    </dgm:pt>
    <dgm:pt modelId="{061D8BB3-8BAE-4EE1-9002-CDF941969CBE}" type="pres">
      <dgm:prSet presAssocID="{75A3E52F-0116-4AEB-A830-1D1ED072B2E2}" presName="spacer" presStyleCnt="0"/>
      <dgm:spPr/>
    </dgm:pt>
    <dgm:pt modelId="{FD0CE6A1-CFDC-4FBD-BFBE-D6DD8F5F8D77}" type="pres">
      <dgm:prSet presAssocID="{BA52A993-6AFF-47C4-9EF2-51D17904A1DF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D2A38BDB-D4B6-4DF9-96DD-7A2F8FC2E54F}" type="pres">
      <dgm:prSet presAssocID="{3A1B1BD5-9D02-44D4-B048-813860F33EDD}" presName="spacer" presStyleCnt="0"/>
      <dgm:spPr/>
    </dgm:pt>
    <dgm:pt modelId="{D3C2572F-A20B-45CE-8DCE-BBF966E62FB1}" type="pres">
      <dgm:prSet presAssocID="{8AF7A39E-43E4-416A-9F15-9D7927FA65F6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96995F7F-BB3C-45CD-AA03-980AD5BD2261}" type="pres">
      <dgm:prSet presAssocID="{5D98C14F-F42E-40F8-87C3-63D334658400}" presName="spacer" presStyleCnt="0"/>
      <dgm:spPr/>
    </dgm:pt>
    <dgm:pt modelId="{A96B2171-19F7-4DDF-9621-4C2CEC1D3413}" type="pres">
      <dgm:prSet presAssocID="{B04C1205-E968-4403-8694-C95BB26B50E6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94F51CA1-EE41-49F9-806B-6350648CB8FC}" type="pres">
      <dgm:prSet presAssocID="{6E224DD5-0744-46A4-83F6-D39147098B98}" presName="spacer" presStyleCnt="0"/>
      <dgm:spPr/>
    </dgm:pt>
    <dgm:pt modelId="{5B4CC946-B5C2-4E32-BCC9-6F14EB9A5482}" type="pres">
      <dgm:prSet presAssocID="{F61943C0-32A5-41BF-8C32-5C7A5E152D91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D16B0828-130F-4595-B291-CFD5FB44B432}" type="pres">
      <dgm:prSet presAssocID="{B0BD40F6-778A-4AA4-980E-1109902584BF}" presName="spacer" presStyleCnt="0"/>
      <dgm:spPr/>
    </dgm:pt>
    <dgm:pt modelId="{FF064D05-66F3-4977-8304-1D76609DDDD4}" type="pres">
      <dgm:prSet presAssocID="{E46EA845-B42D-495F-A04F-09F2714A22E2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77BDE316-5557-4631-B644-0380E74BAD3B}" srcId="{E551A68D-D681-4094-8480-B32AAC30D80B}" destId="{BA52A993-6AFF-47C4-9EF2-51D17904A1DF}" srcOrd="2" destOrd="0" parTransId="{BD1AD003-E0E9-4090-B0CF-BA824390F616}" sibTransId="{3A1B1BD5-9D02-44D4-B048-813860F33EDD}"/>
    <dgm:cxn modelId="{675CDC23-FEEC-4655-AA04-1A6778F89321}" type="presOf" srcId="{B04C1205-E968-4403-8694-C95BB26B50E6}" destId="{A96B2171-19F7-4DDF-9621-4C2CEC1D3413}" srcOrd="0" destOrd="0" presId="urn:microsoft.com/office/officeart/2005/8/layout/vList2"/>
    <dgm:cxn modelId="{9A15E92D-58E8-4AA6-91AE-CA3374437302}" type="presOf" srcId="{E46EA845-B42D-495F-A04F-09F2714A22E2}" destId="{FF064D05-66F3-4977-8304-1D76609DDDD4}" srcOrd="0" destOrd="0" presId="urn:microsoft.com/office/officeart/2005/8/layout/vList2"/>
    <dgm:cxn modelId="{8AF9513D-0884-4A02-9BBB-9602FE25E78F}" type="presOf" srcId="{F61943C0-32A5-41BF-8C32-5C7A5E152D91}" destId="{5B4CC946-B5C2-4E32-BCC9-6F14EB9A5482}" srcOrd="0" destOrd="0" presId="urn:microsoft.com/office/officeart/2005/8/layout/vList2"/>
    <dgm:cxn modelId="{43F26267-8F8A-496C-98E9-6E2B6A4869B7}" srcId="{E551A68D-D681-4094-8480-B32AAC30D80B}" destId="{8AF7A39E-43E4-416A-9F15-9D7927FA65F6}" srcOrd="3" destOrd="0" parTransId="{BAC92A97-5265-4EE8-80E1-AFBD0D93969C}" sibTransId="{5D98C14F-F42E-40F8-87C3-63D334658400}"/>
    <dgm:cxn modelId="{27C8A852-B642-4FD7-92B4-8E38ACFAAE85}" srcId="{E551A68D-D681-4094-8480-B32AAC30D80B}" destId="{E46EA845-B42D-495F-A04F-09F2714A22E2}" srcOrd="6" destOrd="0" parTransId="{5B66C828-C4B0-4054-AF43-FF0778935146}" sibTransId="{AAC54732-FD81-47D3-AC23-068A8BB321B6}"/>
    <dgm:cxn modelId="{E8B80381-0214-4AE7-BA90-D356A96C29F4}" type="presOf" srcId="{BA52A993-6AFF-47C4-9EF2-51D17904A1DF}" destId="{FD0CE6A1-CFDC-4FBD-BFBE-D6DD8F5F8D77}" srcOrd="0" destOrd="0" presId="urn:microsoft.com/office/officeart/2005/8/layout/vList2"/>
    <dgm:cxn modelId="{93E59590-9FB7-41EE-AE6F-1BD25BC4FFB2}" type="presOf" srcId="{47FD7F32-D208-44FA-93E4-F912A39703E1}" destId="{00586351-2ADC-43F8-B143-3207BC1FE445}" srcOrd="0" destOrd="0" presId="urn:microsoft.com/office/officeart/2005/8/layout/vList2"/>
    <dgm:cxn modelId="{FEA707A2-4A0B-4D6B-A13B-1FEEB6A1FE04}" srcId="{E551A68D-D681-4094-8480-B32AAC30D80B}" destId="{F61943C0-32A5-41BF-8C32-5C7A5E152D91}" srcOrd="5" destOrd="0" parTransId="{1F6F04C3-38C2-438A-A1F4-C575C8E01EF4}" sibTransId="{B0BD40F6-778A-4AA4-980E-1109902584BF}"/>
    <dgm:cxn modelId="{5BC5C3A2-97DD-4716-B7BB-A8D198AE0306}" type="presOf" srcId="{BDFA75C5-75C9-4A07-9907-352074E1956B}" destId="{06EFDF12-9178-41A6-93E5-6D0BA068588E}" srcOrd="0" destOrd="0" presId="urn:microsoft.com/office/officeart/2005/8/layout/vList2"/>
    <dgm:cxn modelId="{9DE36FA9-CE1C-4E06-8EFF-B5FB5FE52872}" type="presOf" srcId="{E551A68D-D681-4094-8480-B32AAC30D80B}" destId="{64DD537C-E857-40C4-97B5-9FBD580677D8}" srcOrd="0" destOrd="0" presId="urn:microsoft.com/office/officeart/2005/8/layout/vList2"/>
    <dgm:cxn modelId="{66413BC5-E52D-4F4A-ABE3-1934C00DD5FB}" type="presOf" srcId="{8AF7A39E-43E4-416A-9F15-9D7927FA65F6}" destId="{D3C2572F-A20B-45CE-8DCE-BBF966E62FB1}" srcOrd="0" destOrd="0" presId="urn:microsoft.com/office/officeart/2005/8/layout/vList2"/>
    <dgm:cxn modelId="{949F9DE8-EF81-4F1E-A414-FE941E5F6B72}" srcId="{E551A68D-D681-4094-8480-B32AAC30D80B}" destId="{BDFA75C5-75C9-4A07-9907-352074E1956B}" srcOrd="1" destOrd="0" parTransId="{FB239290-E443-4998-BA02-11383151817A}" sibTransId="{75A3E52F-0116-4AEB-A830-1D1ED072B2E2}"/>
    <dgm:cxn modelId="{4F4CABF6-903B-485D-AD46-7B237AAD859D}" srcId="{E551A68D-D681-4094-8480-B32AAC30D80B}" destId="{47FD7F32-D208-44FA-93E4-F912A39703E1}" srcOrd="0" destOrd="0" parTransId="{0B218F73-D5E7-43EF-A5B6-3A523DF2E555}" sibTransId="{8C43B6B9-419E-46CF-9E8F-50D535FB4BD8}"/>
    <dgm:cxn modelId="{BBF6E8F7-14D5-44A7-B964-8D87B6D842BC}" srcId="{E551A68D-D681-4094-8480-B32AAC30D80B}" destId="{B04C1205-E968-4403-8694-C95BB26B50E6}" srcOrd="4" destOrd="0" parTransId="{1456EB6A-8A0B-4424-880B-A01BE8A769ED}" sibTransId="{6E224DD5-0744-46A4-83F6-D39147098B98}"/>
    <dgm:cxn modelId="{99A146D5-D40D-45B1-B5B4-65754A346495}" type="presParOf" srcId="{64DD537C-E857-40C4-97B5-9FBD580677D8}" destId="{00586351-2ADC-43F8-B143-3207BC1FE445}" srcOrd="0" destOrd="0" presId="urn:microsoft.com/office/officeart/2005/8/layout/vList2"/>
    <dgm:cxn modelId="{CDCD5099-6E45-4AEB-A788-A6FE51FE626F}" type="presParOf" srcId="{64DD537C-E857-40C4-97B5-9FBD580677D8}" destId="{2675A5A6-250E-4732-8529-12C051C02EE8}" srcOrd="1" destOrd="0" presId="urn:microsoft.com/office/officeart/2005/8/layout/vList2"/>
    <dgm:cxn modelId="{CE0C4CCB-F670-4F69-834F-D7C76CEE949C}" type="presParOf" srcId="{64DD537C-E857-40C4-97B5-9FBD580677D8}" destId="{06EFDF12-9178-41A6-93E5-6D0BA068588E}" srcOrd="2" destOrd="0" presId="urn:microsoft.com/office/officeart/2005/8/layout/vList2"/>
    <dgm:cxn modelId="{42BB3990-85E8-4EC4-BEAF-409C02049C7F}" type="presParOf" srcId="{64DD537C-E857-40C4-97B5-9FBD580677D8}" destId="{061D8BB3-8BAE-4EE1-9002-CDF941969CBE}" srcOrd="3" destOrd="0" presId="urn:microsoft.com/office/officeart/2005/8/layout/vList2"/>
    <dgm:cxn modelId="{7D9C4617-5CD7-41D6-9BB3-9965234B48E8}" type="presParOf" srcId="{64DD537C-E857-40C4-97B5-9FBD580677D8}" destId="{FD0CE6A1-CFDC-4FBD-BFBE-D6DD8F5F8D77}" srcOrd="4" destOrd="0" presId="urn:microsoft.com/office/officeart/2005/8/layout/vList2"/>
    <dgm:cxn modelId="{8CE40E83-6E36-4F7F-9193-4510CD877EC4}" type="presParOf" srcId="{64DD537C-E857-40C4-97B5-9FBD580677D8}" destId="{D2A38BDB-D4B6-4DF9-96DD-7A2F8FC2E54F}" srcOrd="5" destOrd="0" presId="urn:microsoft.com/office/officeart/2005/8/layout/vList2"/>
    <dgm:cxn modelId="{AB425B01-5428-4064-A12C-6B45E3E58682}" type="presParOf" srcId="{64DD537C-E857-40C4-97B5-9FBD580677D8}" destId="{D3C2572F-A20B-45CE-8DCE-BBF966E62FB1}" srcOrd="6" destOrd="0" presId="urn:microsoft.com/office/officeart/2005/8/layout/vList2"/>
    <dgm:cxn modelId="{C9A7E316-3D23-46E9-BCC6-2B579C7C7918}" type="presParOf" srcId="{64DD537C-E857-40C4-97B5-9FBD580677D8}" destId="{96995F7F-BB3C-45CD-AA03-980AD5BD2261}" srcOrd="7" destOrd="0" presId="urn:microsoft.com/office/officeart/2005/8/layout/vList2"/>
    <dgm:cxn modelId="{B8F8278E-223F-4B11-A9A8-57D668C17F50}" type="presParOf" srcId="{64DD537C-E857-40C4-97B5-9FBD580677D8}" destId="{A96B2171-19F7-4DDF-9621-4C2CEC1D3413}" srcOrd="8" destOrd="0" presId="urn:microsoft.com/office/officeart/2005/8/layout/vList2"/>
    <dgm:cxn modelId="{D327672E-4EE9-4066-B4F7-AE3A7930D865}" type="presParOf" srcId="{64DD537C-E857-40C4-97B5-9FBD580677D8}" destId="{94F51CA1-EE41-49F9-806B-6350648CB8FC}" srcOrd="9" destOrd="0" presId="urn:microsoft.com/office/officeart/2005/8/layout/vList2"/>
    <dgm:cxn modelId="{91EC3D67-59EA-4024-97DE-3B2138D4BFAE}" type="presParOf" srcId="{64DD537C-E857-40C4-97B5-9FBD580677D8}" destId="{5B4CC946-B5C2-4E32-BCC9-6F14EB9A5482}" srcOrd="10" destOrd="0" presId="urn:microsoft.com/office/officeart/2005/8/layout/vList2"/>
    <dgm:cxn modelId="{4ECCD016-993E-4701-B58B-2B28EF84E1A5}" type="presParOf" srcId="{64DD537C-E857-40C4-97B5-9FBD580677D8}" destId="{D16B0828-130F-4595-B291-CFD5FB44B432}" srcOrd="11" destOrd="0" presId="urn:microsoft.com/office/officeart/2005/8/layout/vList2"/>
    <dgm:cxn modelId="{F839298A-8238-4F05-856E-64AF6FCBA055}" type="presParOf" srcId="{64DD537C-E857-40C4-97B5-9FBD580677D8}" destId="{FF064D05-66F3-4977-8304-1D76609DDDD4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DB362A8-DC8A-40F3-BDD3-EA23AC39E37F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66B920F-49AC-4E70-9271-B5BEDFEA73F3}">
      <dgm:prSet/>
      <dgm:spPr>
        <a:ln>
          <a:solidFill>
            <a:schemeClr val="accent4">
              <a:lumMod val="75000"/>
            </a:schemeClr>
          </a:solidFill>
        </a:ln>
      </dgm:spPr>
      <dgm:t>
        <a:bodyPr/>
        <a:lstStyle/>
        <a:p>
          <a:r>
            <a:rPr lang="en-US"/>
            <a:t>• Adjustments can be made based on client preferences.</a:t>
          </a:r>
        </a:p>
      </dgm:t>
    </dgm:pt>
    <dgm:pt modelId="{D837677B-2CC7-4B50-9807-A9D341415451}" type="parTrans" cxnId="{E67BE56F-A59A-40CC-BE3A-8470752F8C0A}">
      <dgm:prSet/>
      <dgm:spPr/>
      <dgm:t>
        <a:bodyPr/>
        <a:lstStyle/>
        <a:p>
          <a:endParaRPr lang="en-US"/>
        </a:p>
      </dgm:t>
    </dgm:pt>
    <dgm:pt modelId="{E139837B-DFC9-4843-9D66-3312057D2B5F}" type="sibTrans" cxnId="{E67BE56F-A59A-40CC-BE3A-8470752F8C0A}">
      <dgm:prSet/>
      <dgm:spPr/>
      <dgm:t>
        <a:bodyPr/>
        <a:lstStyle/>
        <a:p>
          <a:endParaRPr lang="en-US"/>
        </a:p>
      </dgm:t>
    </dgm:pt>
    <dgm:pt modelId="{5DCFA1E0-A36C-444D-B445-4A48345E7EA7}">
      <dgm:prSet/>
      <dgm:spPr>
        <a:ln>
          <a:solidFill>
            <a:schemeClr val="accent4">
              <a:lumMod val="75000"/>
            </a:schemeClr>
          </a:solidFill>
        </a:ln>
      </dgm:spPr>
      <dgm:t>
        <a:bodyPr/>
        <a:lstStyle/>
        <a:p>
          <a:r>
            <a:rPr lang="en-US"/>
            <a:t>• Additional features (animations, integrations) can be added upon request with revised pricing.</a:t>
          </a:r>
        </a:p>
      </dgm:t>
    </dgm:pt>
    <dgm:pt modelId="{16BC6019-6743-4F6F-AEBA-0E52BDA2047F}" type="parTrans" cxnId="{C8440E47-F958-469C-A729-68013E5344B8}">
      <dgm:prSet/>
      <dgm:spPr/>
      <dgm:t>
        <a:bodyPr/>
        <a:lstStyle/>
        <a:p>
          <a:endParaRPr lang="en-US"/>
        </a:p>
      </dgm:t>
    </dgm:pt>
    <dgm:pt modelId="{3973B1AE-3012-436D-8C96-82C8798356AA}" type="sibTrans" cxnId="{C8440E47-F958-469C-A729-68013E5344B8}">
      <dgm:prSet/>
      <dgm:spPr/>
      <dgm:t>
        <a:bodyPr/>
        <a:lstStyle/>
        <a:p>
          <a:endParaRPr lang="en-US"/>
        </a:p>
      </dgm:t>
    </dgm:pt>
    <dgm:pt modelId="{AAF38228-105C-4606-87F4-AB920CDAF1CF}" type="pres">
      <dgm:prSet presAssocID="{8DB362A8-DC8A-40F3-BDD3-EA23AC39E37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3E8BDBE-81E2-4FE2-991E-1A07068F175D}" type="pres">
      <dgm:prSet presAssocID="{D66B920F-49AC-4E70-9271-B5BEDFEA73F3}" presName="hierRoot1" presStyleCnt="0"/>
      <dgm:spPr/>
    </dgm:pt>
    <dgm:pt modelId="{B6EAC6EF-0B5A-4224-9F63-06FCE6D2C197}" type="pres">
      <dgm:prSet presAssocID="{D66B920F-49AC-4E70-9271-B5BEDFEA73F3}" presName="composite" presStyleCnt="0"/>
      <dgm:spPr/>
    </dgm:pt>
    <dgm:pt modelId="{17223301-8798-4C52-A887-E1EAEF9C5F82}" type="pres">
      <dgm:prSet presAssocID="{D66B920F-49AC-4E70-9271-B5BEDFEA73F3}" presName="background" presStyleLbl="node0" presStyleIdx="0" presStyleCnt="2"/>
      <dgm:spPr>
        <a:solidFill>
          <a:schemeClr val="accent4"/>
        </a:solidFill>
      </dgm:spPr>
    </dgm:pt>
    <dgm:pt modelId="{724426D0-F66B-4F83-968E-1D5188D7E03B}" type="pres">
      <dgm:prSet presAssocID="{D66B920F-49AC-4E70-9271-B5BEDFEA73F3}" presName="text" presStyleLbl="fgAcc0" presStyleIdx="0" presStyleCnt="2">
        <dgm:presLayoutVars>
          <dgm:chPref val="3"/>
        </dgm:presLayoutVars>
      </dgm:prSet>
      <dgm:spPr/>
    </dgm:pt>
    <dgm:pt modelId="{BB0A5949-34F9-4F33-AC9F-A344970B7F31}" type="pres">
      <dgm:prSet presAssocID="{D66B920F-49AC-4E70-9271-B5BEDFEA73F3}" presName="hierChild2" presStyleCnt="0"/>
      <dgm:spPr/>
    </dgm:pt>
    <dgm:pt modelId="{EE5F014B-2134-4E8F-964C-8894A39BA40C}" type="pres">
      <dgm:prSet presAssocID="{5DCFA1E0-A36C-444D-B445-4A48345E7EA7}" presName="hierRoot1" presStyleCnt="0"/>
      <dgm:spPr/>
    </dgm:pt>
    <dgm:pt modelId="{A36F2E66-839D-40C7-ACB2-EB04F00E40CD}" type="pres">
      <dgm:prSet presAssocID="{5DCFA1E0-A36C-444D-B445-4A48345E7EA7}" presName="composite" presStyleCnt="0"/>
      <dgm:spPr/>
    </dgm:pt>
    <dgm:pt modelId="{E6A07856-D02B-4446-8806-B570AA9FE384}" type="pres">
      <dgm:prSet presAssocID="{5DCFA1E0-A36C-444D-B445-4A48345E7EA7}" presName="background" presStyleLbl="node0" presStyleIdx="1" presStyleCnt="2"/>
      <dgm:spPr>
        <a:solidFill>
          <a:schemeClr val="accent4"/>
        </a:solidFill>
      </dgm:spPr>
    </dgm:pt>
    <dgm:pt modelId="{748FF295-F957-4DD1-826E-DB2887AC0CF2}" type="pres">
      <dgm:prSet presAssocID="{5DCFA1E0-A36C-444D-B445-4A48345E7EA7}" presName="text" presStyleLbl="fgAcc0" presStyleIdx="1" presStyleCnt="2">
        <dgm:presLayoutVars>
          <dgm:chPref val="3"/>
        </dgm:presLayoutVars>
      </dgm:prSet>
      <dgm:spPr/>
    </dgm:pt>
    <dgm:pt modelId="{2A0571FF-A481-4F1B-BFC5-3BD6AF631646}" type="pres">
      <dgm:prSet presAssocID="{5DCFA1E0-A36C-444D-B445-4A48345E7EA7}" presName="hierChild2" presStyleCnt="0"/>
      <dgm:spPr/>
    </dgm:pt>
  </dgm:ptLst>
  <dgm:cxnLst>
    <dgm:cxn modelId="{C8440E47-F958-469C-A729-68013E5344B8}" srcId="{8DB362A8-DC8A-40F3-BDD3-EA23AC39E37F}" destId="{5DCFA1E0-A36C-444D-B445-4A48345E7EA7}" srcOrd="1" destOrd="0" parTransId="{16BC6019-6743-4F6F-AEBA-0E52BDA2047F}" sibTransId="{3973B1AE-3012-436D-8C96-82C8798356AA}"/>
    <dgm:cxn modelId="{01A1C14A-D755-4635-9B5C-97ED708BE49B}" type="presOf" srcId="{5DCFA1E0-A36C-444D-B445-4A48345E7EA7}" destId="{748FF295-F957-4DD1-826E-DB2887AC0CF2}" srcOrd="0" destOrd="0" presId="urn:microsoft.com/office/officeart/2005/8/layout/hierarchy1"/>
    <dgm:cxn modelId="{E67BE56F-A59A-40CC-BE3A-8470752F8C0A}" srcId="{8DB362A8-DC8A-40F3-BDD3-EA23AC39E37F}" destId="{D66B920F-49AC-4E70-9271-B5BEDFEA73F3}" srcOrd="0" destOrd="0" parTransId="{D837677B-2CC7-4B50-9807-A9D341415451}" sibTransId="{E139837B-DFC9-4843-9D66-3312057D2B5F}"/>
    <dgm:cxn modelId="{2C5CE799-9850-45C3-A719-7DD0CFF4B278}" type="presOf" srcId="{D66B920F-49AC-4E70-9271-B5BEDFEA73F3}" destId="{724426D0-F66B-4F83-968E-1D5188D7E03B}" srcOrd="0" destOrd="0" presId="urn:microsoft.com/office/officeart/2005/8/layout/hierarchy1"/>
    <dgm:cxn modelId="{2A82A79F-17CD-4D2F-BA20-2DCC6F2BDA6C}" type="presOf" srcId="{8DB362A8-DC8A-40F3-BDD3-EA23AC39E37F}" destId="{AAF38228-105C-4606-87F4-AB920CDAF1CF}" srcOrd="0" destOrd="0" presId="urn:microsoft.com/office/officeart/2005/8/layout/hierarchy1"/>
    <dgm:cxn modelId="{C979201B-B873-4A19-90A7-DB8CCBE5472E}" type="presParOf" srcId="{AAF38228-105C-4606-87F4-AB920CDAF1CF}" destId="{33E8BDBE-81E2-4FE2-991E-1A07068F175D}" srcOrd="0" destOrd="0" presId="urn:microsoft.com/office/officeart/2005/8/layout/hierarchy1"/>
    <dgm:cxn modelId="{A559B095-598A-42BA-8C19-99FDCC0F8130}" type="presParOf" srcId="{33E8BDBE-81E2-4FE2-991E-1A07068F175D}" destId="{B6EAC6EF-0B5A-4224-9F63-06FCE6D2C197}" srcOrd="0" destOrd="0" presId="urn:microsoft.com/office/officeart/2005/8/layout/hierarchy1"/>
    <dgm:cxn modelId="{D527D9B5-7126-4652-8DE8-339F9B2AB540}" type="presParOf" srcId="{B6EAC6EF-0B5A-4224-9F63-06FCE6D2C197}" destId="{17223301-8798-4C52-A887-E1EAEF9C5F82}" srcOrd="0" destOrd="0" presId="urn:microsoft.com/office/officeart/2005/8/layout/hierarchy1"/>
    <dgm:cxn modelId="{9D78E701-E235-47EC-864D-2CCD69A35A8E}" type="presParOf" srcId="{B6EAC6EF-0B5A-4224-9F63-06FCE6D2C197}" destId="{724426D0-F66B-4F83-968E-1D5188D7E03B}" srcOrd="1" destOrd="0" presId="urn:microsoft.com/office/officeart/2005/8/layout/hierarchy1"/>
    <dgm:cxn modelId="{74BD5D03-F0D7-4B37-82E0-D19BFEE57594}" type="presParOf" srcId="{33E8BDBE-81E2-4FE2-991E-1A07068F175D}" destId="{BB0A5949-34F9-4F33-AC9F-A344970B7F31}" srcOrd="1" destOrd="0" presId="urn:microsoft.com/office/officeart/2005/8/layout/hierarchy1"/>
    <dgm:cxn modelId="{E26034F0-D7ED-45D9-9BCA-BEE7BB066631}" type="presParOf" srcId="{AAF38228-105C-4606-87F4-AB920CDAF1CF}" destId="{EE5F014B-2134-4E8F-964C-8894A39BA40C}" srcOrd="1" destOrd="0" presId="urn:microsoft.com/office/officeart/2005/8/layout/hierarchy1"/>
    <dgm:cxn modelId="{BE836C2A-271D-4810-B527-2EFA4787C23C}" type="presParOf" srcId="{EE5F014B-2134-4E8F-964C-8894A39BA40C}" destId="{A36F2E66-839D-40C7-ACB2-EB04F00E40CD}" srcOrd="0" destOrd="0" presId="urn:microsoft.com/office/officeart/2005/8/layout/hierarchy1"/>
    <dgm:cxn modelId="{328D9025-2914-49E1-B801-336B1D9A6FC1}" type="presParOf" srcId="{A36F2E66-839D-40C7-ACB2-EB04F00E40CD}" destId="{E6A07856-D02B-4446-8806-B570AA9FE384}" srcOrd="0" destOrd="0" presId="urn:microsoft.com/office/officeart/2005/8/layout/hierarchy1"/>
    <dgm:cxn modelId="{63EF30A6-2988-429F-BEEE-61C8041B7236}" type="presParOf" srcId="{A36F2E66-839D-40C7-ACB2-EB04F00E40CD}" destId="{748FF295-F957-4DD1-826E-DB2887AC0CF2}" srcOrd="1" destOrd="0" presId="urn:microsoft.com/office/officeart/2005/8/layout/hierarchy1"/>
    <dgm:cxn modelId="{EC2AC2CB-072B-4C45-8D1B-82F92441EB09}" type="presParOf" srcId="{EE5F014B-2134-4E8F-964C-8894A39BA40C}" destId="{2A0571FF-A481-4F1B-BFC5-3BD6AF63164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586351-2ADC-43F8-B143-3207BC1FE445}">
      <dsp:nvSpPr>
        <dsp:cNvPr id="0" name=""/>
        <dsp:cNvSpPr/>
      </dsp:nvSpPr>
      <dsp:spPr>
        <a:xfrm>
          <a:off x="0" y="10027"/>
          <a:ext cx="5202814" cy="71077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The project involves designing a responsive and interactive Landing Page with a clean, modern design. </a:t>
          </a:r>
        </a:p>
      </dsp:txBody>
      <dsp:txXfrm>
        <a:off x="34697" y="44724"/>
        <a:ext cx="5133420" cy="641380"/>
      </dsp:txXfrm>
    </dsp:sp>
    <dsp:sp modelId="{06EFDF12-9178-41A6-93E5-6D0BA068588E}">
      <dsp:nvSpPr>
        <dsp:cNvPr id="0" name=""/>
        <dsp:cNvSpPr/>
      </dsp:nvSpPr>
      <dsp:spPr>
        <a:xfrm>
          <a:off x="0" y="875091"/>
          <a:ext cx="5202814" cy="710774"/>
        </a:xfrm>
        <a:prstGeom prst="roundRect">
          <a:avLst/>
        </a:prstGeom>
        <a:solidFill>
          <a:schemeClr val="accent2">
            <a:hueOff val="780253"/>
            <a:satOff val="-973"/>
            <a:lumOff val="22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• </a:t>
          </a:r>
          <a:r>
            <a:rPr lang="en-US" sz="1800" b="1" kern="1200" dirty="0"/>
            <a:t>Header: </a:t>
          </a:r>
          <a:r>
            <a:rPr lang="en-US" sz="1800" kern="1200" dirty="0"/>
            <a:t>Logo &amp; Navigation Menu</a:t>
          </a:r>
        </a:p>
      </dsp:txBody>
      <dsp:txXfrm>
        <a:off x="34697" y="909788"/>
        <a:ext cx="5133420" cy="641380"/>
      </dsp:txXfrm>
    </dsp:sp>
    <dsp:sp modelId="{FD0CE6A1-CFDC-4FBD-BFBE-D6DD8F5F8D77}">
      <dsp:nvSpPr>
        <dsp:cNvPr id="0" name=""/>
        <dsp:cNvSpPr/>
      </dsp:nvSpPr>
      <dsp:spPr>
        <a:xfrm>
          <a:off x="0" y="1569817"/>
          <a:ext cx="5202814" cy="710774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• </a:t>
          </a:r>
          <a:r>
            <a:rPr lang="en-US" sz="1800" b="1" kern="1200" dirty="0"/>
            <a:t>Hero Section: </a:t>
          </a:r>
          <a:r>
            <a:rPr lang="en-US" sz="1800" kern="1200" dirty="0"/>
            <a:t>Product Presentation or Slogan</a:t>
          </a:r>
        </a:p>
      </dsp:txBody>
      <dsp:txXfrm>
        <a:off x="34697" y="1604514"/>
        <a:ext cx="5133420" cy="641380"/>
      </dsp:txXfrm>
    </dsp:sp>
    <dsp:sp modelId="{D3C2572F-A20B-45CE-8DCE-BBF966E62FB1}">
      <dsp:nvSpPr>
        <dsp:cNvPr id="0" name=""/>
        <dsp:cNvSpPr/>
      </dsp:nvSpPr>
      <dsp:spPr>
        <a:xfrm>
          <a:off x="0" y="2349712"/>
          <a:ext cx="5202814" cy="710774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• </a:t>
          </a:r>
          <a:r>
            <a:rPr lang="en-US" sz="1800" b="1" kern="1200" dirty="0"/>
            <a:t>Features Section: </a:t>
          </a:r>
          <a:r>
            <a:rPr lang="en-US" sz="1800" kern="1200" dirty="0"/>
            <a:t>Highlighting Product Benefits</a:t>
          </a:r>
        </a:p>
      </dsp:txBody>
      <dsp:txXfrm>
        <a:off x="34697" y="2384409"/>
        <a:ext cx="5133420" cy="641380"/>
      </dsp:txXfrm>
    </dsp:sp>
    <dsp:sp modelId="{A96B2171-19F7-4DDF-9621-4C2CEC1D3413}">
      <dsp:nvSpPr>
        <dsp:cNvPr id="0" name=""/>
        <dsp:cNvSpPr/>
      </dsp:nvSpPr>
      <dsp:spPr>
        <a:xfrm>
          <a:off x="0" y="3129607"/>
          <a:ext cx="5202814" cy="710774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• CTA Section: </a:t>
          </a:r>
          <a:r>
            <a:rPr lang="en-US" sz="1800" kern="1200" dirty="0"/>
            <a:t>Data Collection Form</a:t>
          </a:r>
        </a:p>
      </dsp:txBody>
      <dsp:txXfrm>
        <a:off x="34697" y="3164304"/>
        <a:ext cx="5133420" cy="641380"/>
      </dsp:txXfrm>
    </dsp:sp>
    <dsp:sp modelId="{5B4CC946-B5C2-4E32-BCC9-6F14EB9A5482}">
      <dsp:nvSpPr>
        <dsp:cNvPr id="0" name=""/>
        <dsp:cNvSpPr/>
      </dsp:nvSpPr>
      <dsp:spPr>
        <a:xfrm>
          <a:off x="0" y="3909502"/>
          <a:ext cx="5202814" cy="710774"/>
        </a:xfrm>
        <a:prstGeom prst="roundRect">
          <a:avLst/>
        </a:prstGeom>
        <a:solidFill>
          <a:schemeClr val="accent2">
            <a:hueOff val="3901266"/>
            <a:satOff val="-4866"/>
            <a:lumOff val="114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• Social Media Section: </a:t>
          </a:r>
          <a:r>
            <a:rPr lang="en-US" sz="1800" kern="1200" dirty="0"/>
            <a:t>Contact &amp; Links</a:t>
          </a:r>
        </a:p>
      </dsp:txBody>
      <dsp:txXfrm>
        <a:off x="34697" y="3944199"/>
        <a:ext cx="5133420" cy="641380"/>
      </dsp:txXfrm>
    </dsp:sp>
    <dsp:sp modelId="{FF064D05-66F3-4977-8304-1D76609DDDD4}">
      <dsp:nvSpPr>
        <dsp:cNvPr id="0" name=""/>
        <dsp:cNvSpPr/>
      </dsp:nvSpPr>
      <dsp:spPr>
        <a:xfrm>
          <a:off x="0" y="4689397"/>
          <a:ext cx="5202814" cy="710774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• Responsive Design: </a:t>
          </a:r>
          <a:r>
            <a:rPr lang="en-US" sz="1800" kern="1200" dirty="0"/>
            <a:t>Optimized for Mobile, Tablet &amp; Desktop</a:t>
          </a:r>
        </a:p>
      </dsp:txBody>
      <dsp:txXfrm>
        <a:off x="34697" y="4724094"/>
        <a:ext cx="5133420" cy="6413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223301-8798-4C52-A887-E1EAEF9C5F82}">
      <dsp:nvSpPr>
        <dsp:cNvPr id="0" name=""/>
        <dsp:cNvSpPr/>
      </dsp:nvSpPr>
      <dsp:spPr>
        <a:xfrm>
          <a:off x="950" y="370032"/>
          <a:ext cx="3335112" cy="2117796"/>
        </a:xfrm>
        <a:prstGeom prst="roundRect">
          <a:avLst>
            <a:gd name="adj" fmla="val 10000"/>
          </a:avLst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4426D0-F66B-4F83-968E-1D5188D7E03B}">
      <dsp:nvSpPr>
        <dsp:cNvPr id="0" name=""/>
        <dsp:cNvSpPr/>
      </dsp:nvSpPr>
      <dsp:spPr>
        <a:xfrm>
          <a:off x="371518" y="722072"/>
          <a:ext cx="3335112" cy="21177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Adjustments can be made based on client preferences.</a:t>
          </a:r>
        </a:p>
      </dsp:txBody>
      <dsp:txXfrm>
        <a:off x="433546" y="784100"/>
        <a:ext cx="3211056" cy="1993740"/>
      </dsp:txXfrm>
    </dsp:sp>
    <dsp:sp modelId="{E6A07856-D02B-4446-8806-B570AA9FE384}">
      <dsp:nvSpPr>
        <dsp:cNvPr id="0" name=""/>
        <dsp:cNvSpPr/>
      </dsp:nvSpPr>
      <dsp:spPr>
        <a:xfrm>
          <a:off x="4077199" y="370032"/>
          <a:ext cx="3335112" cy="2117796"/>
        </a:xfrm>
        <a:prstGeom prst="roundRect">
          <a:avLst>
            <a:gd name="adj" fmla="val 10000"/>
          </a:avLst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8FF295-F957-4DD1-826E-DB2887AC0CF2}">
      <dsp:nvSpPr>
        <dsp:cNvPr id="0" name=""/>
        <dsp:cNvSpPr/>
      </dsp:nvSpPr>
      <dsp:spPr>
        <a:xfrm>
          <a:off x="4447767" y="722072"/>
          <a:ext cx="3335112" cy="21177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Additional features (animations, integrations) can be added upon request with revised pricing.</a:t>
          </a:r>
        </a:p>
      </dsp:txBody>
      <dsp:txXfrm>
        <a:off x="4509795" y="784100"/>
        <a:ext cx="3211056" cy="19937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a.me/201205821041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www.linkedin.com/in/sara-elshaer/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33510" y="1562669"/>
            <a:ext cx="5578997" cy="2456597"/>
          </a:xfrm>
        </p:spPr>
        <p:txBody>
          <a:bodyPr anchor="b">
            <a:normAutofit fontScale="90000"/>
          </a:bodyPr>
          <a:lstStyle/>
          <a:p>
            <a:pPr>
              <a:lnSpc>
                <a:spcPct val="200000"/>
              </a:lnSpc>
            </a:pPr>
            <a:r>
              <a:rPr lang="en-US" sz="6000" b="1" dirty="0"/>
              <a:t>Financial Proposal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3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Landing Page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36981" y="4298722"/>
            <a:ext cx="3508565" cy="1148885"/>
          </a:xfrm>
        </p:spPr>
        <p:txBody>
          <a:bodyPr anchor="t">
            <a:normAutofit/>
          </a:bodyPr>
          <a:lstStyle/>
          <a:p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2 / 4 / 2025</a:t>
            </a:r>
          </a:p>
        </p:txBody>
      </p:sp>
      <p:pic>
        <p:nvPicPr>
          <p:cNvPr id="31" name="Picture 30" descr="Office items on a table">
            <a:extLst>
              <a:ext uri="{FF2B5EF4-FFF2-40B4-BE49-F238E27FC236}">
                <a16:creationId xmlns:a16="http://schemas.microsoft.com/office/drawing/2014/main" id="{5446F236-A526-9188-2D71-0136D81967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892" r="30634" b="2"/>
          <a:stretch/>
        </p:blipFill>
        <p:spPr>
          <a:xfrm>
            <a:off x="-5449" y="10"/>
            <a:ext cx="2677211" cy="6857990"/>
          </a:xfrm>
          <a:custGeom>
            <a:avLst/>
            <a:gdLst/>
            <a:ahLst/>
            <a:cxnLst/>
            <a:rect l="l" t="t" r="r" b="b"/>
            <a:pathLst>
              <a:path w="3569616" h="6858000">
                <a:moveTo>
                  <a:pt x="0" y="0"/>
                </a:moveTo>
                <a:lnTo>
                  <a:pt x="3119345" y="0"/>
                </a:lnTo>
                <a:lnTo>
                  <a:pt x="3123529" y="17226"/>
                </a:lnTo>
                <a:cubicBezTo>
                  <a:pt x="3124924" y="23927"/>
                  <a:pt x="3126075" y="29690"/>
                  <a:pt x="3127926" y="35733"/>
                </a:cubicBezTo>
                <a:cubicBezTo>
                  <a:pt x="3135983" y="55162"/>
                  <a:pt x="3152761" y="75163"/>
                  <a:pt x="3158476" y="86830"/>
                </a:cubicBezTo>
                <a:lnTo>
                  <a:pt x="3162217" y="105744"/>
                </a:lnTo>
                <a:lnTo>
                  <a:pt x="3166997" y="104727"/>
                </a:lnTo>
                <a:lnTo>
                  <a:pt x="3167793" y="111793"/>
                </a:lnTo>
                <a:lnTo>
                  <a:pt x="3168896" y="127609"/>
                </a:lnTo>
                <a:cubicBezTo>
                  <a:pt x="3170241" y="137435"/>
                  <a:pt x="3170795" y="164972"/>
                  <a:pt x="3173185" y="174906"/>
                </a:cubicBezTo>
                <a:cubicBezTo>
                  <a:pt x="3178510" y="177461"/>
                  <a:pt x="3181593" y="181749"/>
                  <a:pt x="3183238" y="187215"/>
                </a:cubicBezTo>
                <a:lnTo>
                  <a:pt x="3184145" y="199435"/>
                </a:lnTo>
                <a:lnTo>
                  <a:pt x="3200957" y="269529"/>
                </a:lnTo>
                <a:lnTo>
                  <a:pt x="3202491" y="279219"/>
                </a:lnTo>
                <a:lnTo>
                  <a:pt x="3206975" y="284221"/>
                </a:lnTo>
                <a:cubicBezTo>
                  <a:pt x="3208056" y="288198"/>
                  <a:pt x="3208241" y="299815"/>
                  <a:pt x="3208979" y="303078"/>
                </a:cubicBezTo>
                <a:cubicBezTo>
                  <a:pt x="3209786" y="303316"/>
                  <a:pt x="3210593" y="303555"/>
                  <a:pt x="3211400" y="303794"/>
                </a:cubicBezTo>
                <a:cubicBezTo>
                  <a:pt x="3215834" y="314048"/>
                  <a:pt x="3230882" y="352723"/>
                  <a:pt x="3235583" y="364595"/>
                </a:cubicBezTo>
                <a:cubicBezTo>
                  <a:pt x="3232098" y="367263"/>
                  <a:pt x="3238178" y="372307"/>
                  <a:pt x="3239601" y="375020"/>
                </a:cubicBezTo>
                <a:cubicBezTo>
                  <a:pt x="3237179" y="375617"/>
                  <a:pt x="3236854" y="382439"/>
                  <a:pt x="3239157" y="384290"/>
                </a:cubicBezTo>
                <a:cubicBezTo>
                  <a:pt x="3254070" y="431093"/>
                  <a:pt x="3227895" y="408920"/>
                  <a:pt x="3245230" y="435044"/>
                </a:cubicBezTo>
                <a:cubicBezTo>
                  <a:pt x="3246565" y="439781"/>
                  <a:pt x="3245820" y="443743"/>
                  <a:pt x="3244204" y="447282"/>
                </a:cubicBezTo>
                <a:lnTo>
                  <a:pt x="3240762" y="452630"/>
                </a:lnTo>
                <a:lnTo>
                  <a:pt x="3249093" y="471880"/>
                </a:lnTo>
                <a:cubicBezTo>
                  <a:pt x="3252174" y="481431"/>
                  <a:pt x="3254453" y="491548"/>
                  <a:pt x="3255857" y="501992"/>
                </a:cubicBezTo>
                <a:cubicBezTo>
                  <a:pt x="3250999" y="504682"/>
                  <a:pt x="3258622" y="512442"/>
                  <a:pt x="3260271" y="516223"/>
                </a:cubicBezTo>
                <a:cubicBezTo>
                  <a:pt x="3257006" y="516482"/>
                  <a:pt x="3255973" y="525173"/>
                  <a:pt x="3258865" y="528038"/>
                </a:cubicBezTo>
                <a:cubicBezTo>
                  <a:pt x="3274535" y="591283"/>
                  <a:pt x="3241762" y="557303"/>
                  <a:pt x="3262462" y="594499"/>
                </a:cubicBezTo>
                <a:cubicBezTo>
                  <a:pt x="3263816" y="600863"/>
                  <a:pt x="3262479" y="605795"/>
                  <a:pt x="3260024" y="610000"/>
                </a:cubicBezTo>
                <a:lnTo>
                  <a:pt x="3253721" y="617692"/>
                </a:lnTo>
                <a:lnTo>
                  <a:pt x="3256482" y="623204"/>
                </a:lnTo>
                <a:cubicBezTo>
                  <a:pt x="3258005" y="644600"/>
                  <a:pt x="3251476" y="651376"/>
                  <a:pt x="3259225" y="663365"/>
                </a:cubicBezTo>
                <a:cubicBezTo>
                  <a:pt x="3245876" y="682744"/>
                  <a:pt x="3258539" y="675670"/>
                  <a:pt x="3261631" y="689522"/>
                </a:cubicBezTo>
                <a:cubicBezTo>
                  <a:pt x="3265207" y="700373"/>
                  <a:pt x="3269507" y="679723"/>
                  <a:pt x="3271002" y="690492"/>
                </a:cubicBezTo>
                <a:cubicBezTo>
                  <a:pt x="3267989" y="702455"/>
                  <a:pt x="3279578" y="701125"/>
                  <a:pt x="3275760" y="713609"/>
                </a:cubicBezTo>
                <a:cubicBezTo>
                  <a:pt x="3266819" y="711239"/>
                  <a:pt x="3278954" y="737528"/>
                  <a:pt x="3271356" y="738880"/>
                </a:cubicBezTo>
                <a:cubicBezTo>
                  <a:pt x="3282938" y="748490"/>
                  <a:pt x="3269788" y="754591"/>
                  <a:pt x="3274016" y="768139"/>
                </a:cubicBezTo>
                <a:cubicBezTo>
                  <a:pt x="3278559" y="774347"/>
                  <a:pt x="3279560" y="778980"/>
                  <a:pt x="3275507" y="785654"/>
                </a:cubicBezTo>
                <a:cubicBezTo>
                  <a:pt x="3297514" y="814181"/>
                  <a:pt x="3277534" y="803670"/>
                  <a:pt x="3287024" y="831111"/>
                </a:cubicBezTo>
                <a:cubicBezTo>
                  <a:pt x="3296672" y="854655"/>
                  <a:pt x="3303659" y="881610"/>
                  <a:pt x="3324562" y="903604"/>
                </a:cubicBezTo>
                <a:cubicBezTo>
                  <a:pt x="3330338" y="907511"/>
                  <a:pt x="3333079" y="917872"/>
                  <a:pt x="3330682" y="926744"/>
                </a:cubicBezTo>
                <a:cubicBezTo>
                  <a:pt x="3330269" y="928269"/>
                  <a:pt x="3329716" y="929694"/>
                  <a:pt x="3329041" y="930971"/>
                </a:cubicBezTo>
                <a:cubicBezTo>
                  <a:pt x="3333270" y="950914"/>
                  <a:pt x="3351150" y="1023696"/>
                  <a:pt x="3356062" y="1046405"/>
                </a:cubicBezTo>
                <a:cubicBezTo>
                  <a:pt x="3349099" y="1048737"/>
                  <a:pt x="3362597" y="1059482"/>
                  <a:pt x="3358521" y="1067217"/>
                </a:cubicBezTo>
                <a:cubicBezTo>
                  <a:pt x="3354869" y="1072807"/>
                  <a:pt x="3358113" y="1077371"/>
                  <a:pt x="3358773" y="1082909"/>
                </a:cubicBezTo>
                <a:cubicBezTo>
                  <a:pt x="3356098" y="1090444"/>
                  <a:pt x="3363241" y="1113953"/>
                  <a:pt x="3367682" y="1119909"/>
                </a:cubicBezTo>
                <a:cubicBezTo>
                  <a:pt x="3382703" y="1133847"/>
                  <a:pt x="3374343" y="1168367"/>
                  <a:pt x="3385911" y="1180009"/>
                </a:cubicBezTo>
                <a:cubicBezTo>
                  <a:pt x="3387774" y="1184389"/>
                  <a:pt x="3388688" y="1188737"/>
                  <a:pt x="3389010" y="1193041"/>
                </a:cubicBezTo>
                <a:lnTo>
                  <a:pt x="3388572" y="1205179"/>
                </a:lnTo>
                <a:lnTo>
                  <a:pt x="3385768" y="1208811"/>
                </a:lnTo>
                <a:lnTo>
                  <a:pt x="3386975" y="1216129"/>
                </a:lnTo>
                <a:lnTo>
                  <a:pt x="3386647" y="1218271"/>
                </a:lnTo>
                <a:cubicBezTo>
                  <a:pt x="3386007" y="1222365"/>
                  <a:pt x="3385480" y="1226399"/>
                  <a:pt x="3385420" y="1230360"/>
                </a:cubicBezTo>
                <a:cubicBezTo>
                  <a:pt x="3400233" y="1224163"/>
                  <a:pt x="3387342" y="1263034"/>
                  <a:pt x="3398902" y="1251303"/>
                </a:cubicBezTo>
                <a:cubicBezTo>
                  <a:pt x="3401143" y="1271991"/>
                  <a:pt x="3411558" y="1255397"/>
                  <a:pt x="3402244" y="1281071"/>
                </a:cubicBezTo>
                <a:cubicBezTo>
                  <a:pt x="3416627" y="1312459"/>
                  <a:pt x="3415183" y="1363554"/>
                  <a:pt x="3435533" y="1387530"/>
                </a:cubicBezTo>
                <a:cubicBezTo>
                  <a:pt x="3428168" y="1384876"/>
                  <a:pt x="3423452" y="1398828"/>
                  <a:pt x="3427595" y="1407995"/>
                </a:cubicBezTo>
                <a:cubicBezTo>
                  <a:pt x="3398778" y="1398886"/>
                  <a:pt x="3455260" y="1443485"/>
                  <a:pt x="3436580" y="1453051"/>
                </a:cubicBezTo>
                <a:cubicBezTo>
                  <a:pt x="3454427" y="1452263"/>
                  <a:pt x="3487273" y="1492392"/>
                  <a:pt x="3473886" y="1513215"/>
                </a:cubicBezTo>
                <a:cubicBezTo>
                  <a:pt x="3479337" y="1543203"/>
                  <a:pt x="3495403" y="1563620"/>
                  <a:pt x="3491486" y="1595707"/>
                </a:cubicBezTo>
                <a:cubicBezTo>
                  <a:pt x="3493932" y="1596530"/>
                  <a:pt x="3496028" y="1598008"/>
                  <a:pt x="3497869" y="1599939"/>
                </a:cubicBezTo>
                <a:lnTo>
                  <a:pt x="3502453" y="1606503"/>
                </a:lnTo>
                <a:lnTo>
                  <a:pt x="3502232" y="1607846"/>
                </a:lnTo>
                <a:cubicBezTo>
                  <a:pt x="3502503" y="1613048"/>
                  <a:pt x="3503673" y="1615641"/>
                  <a:pt x="3505239" y="1617081"/>
                </a:cubicBezTo>
                <a:cubicBezTo>
                  <a:pt x="3505979" y="1617395"/>
                  <a:pt x="3506719" y="1617710"/>
                  <a:pt x="3507459" y="1618024"/>
                </a:cubicBezTo>
                <a:lnTo>
                  <a:pt x="3510011" y="1624022"/>
                </a:lnTo>
                <a:lnTo>
                  <a:pt x="3516358" y="1634929"/>
                </a:lnTo>
                <a:lnTo>
                  <a:pt x="3516308" y="1637821"/>
                </a:lnTo>
                <a:lnTo>
                  <a:pt x="3523955" y="1655598"/>
                </a:lnTo>
                <a:lnTo>
                  <a:pt x="3523473" y="1656247"/>
                </a:lnTo>
                <a:cubicBezTo>
                  <a:pt x="3522567" y="1658107"/>
                  <a:pt x="3522227" y="1660249"/>
                  <a:pt x="3523061" y="1663024"/>
                </a:cubicBezTo>
                <a:cubicBezTo>
                  <a:pt x="3513175" y="1664689"/>
                  <a:pt x="3520280" y="1667013"/>
                  <a:pt x="3523616" y="1675054"/>
                </a:cubicBezTo>
                <a:cubicBezTo>
                  <a:pt x="3509006" y="1679436"/>
                  <a:pt x="3523682" y="1698702"/>
                  <a:pt x="3517630" y="1707801"/>
                </a:cubicBezTo>
                <a:cubicBezTo>
                  <a:pt x="3520410" y="1713612"/>
                  <a:pt x="3523083" y="1719836"/>
                  <a:pt x="3525537" y="1726380"/>
                </a:cubicBezTo>
                <a:lnTo>
                  <a:pt x="3529903" y="1779986"/>
                </a:lnTo>
                <a:lnTo>
                  <a:pt x="3521468" y="1836998"/>
                </a:lnTo>
                <a:cubicBezTo>
                  <a:pt x="3522502" y="1857808"/>
                  <a:pt x="3519191" y="1876110"/>
                  <a:pt x="3523412" y="1893497"/>
                </a:cubicBezTo>
                <a:cubicBezTo>
                  <a:pt x="3520411" y="1900876"/>
                  <a:pt x="3519436" y="1907708"/>
                  <a:pt x="3525004" y="1913894"/>
                </a:cubicBezTo>
                <a:cubicBezTo>
                  <a:pt x="3524490" y="1933413"/>
                  <a:pt x="3517414" y="1938604"/>
                  <a:pt x="3523928" y="1950514"/>
                </a:cubicBezTo>
                <a:cubicBezTo>
                  <a:pt x="3512685" y="1962215"/>
                  <a:pt x="3517275" y="1962555"/>
                  <a:pt x="3521008" y="1967449"/>
                </a:cubicBezTo>
                <a:lnTo>
                  <a:pt x="3521297" y="1968163"/>
                </a:lnTo>
                <a:lnTo>
                  <a:pt x="3519686" y="1969768"/>
                </a:lnTo>
                <a:lnTo>
                  <a:pt x="3519089" y="1972904"/>
                </a:lnTo>
                <a:lnTo>
                  <a:pt x="3520122" y="1981289"/>
                </a:lnTo>
                <a:lnTo>
                  <a:pt x="3520948" y="1984413"/>
                </a:lnTo>
                <a:cubicBezTo>
                  <a:pt x="3521356" y="1986575"/>
                  <a:pt x="3521416" y="1988026"/>
                  <a:pt x="3521226" y="1989046"/>
                </a:cubicBezTo>
                <a:lnTo>
                  <a:pt x="3521092" y="1989171"/>
                </a:lnTo>
                <a:lnTo>
                  <a:pt x="3521624" y="1993492"/>
                </a:lnTo>
                <a:cubicBezTo>
                  <a:pt x="3522844" y="2000762"/>
                  <a:pt x="3524332" y="2007819"/>
                  <a:pt x="3525996" y="2014518"/>
                </a:cubicBezTo>
                <a:cubicBezTo>
                  <a:pt x="3518529" y="2020777"/>
                  <a:pt x="3529333" y="2045218"/>
                  <a:pt x="3514412" y="2043465"/>
                </a:cubicBezTo>
                <a:cubicBezTo>
                  <a:pt x="3516219" y="2052531"/>
                  <a:pt x="3522688" y="2057653"/>
                  <a:pt x="3512822" y="2055222"/>
                </a:cubicBezTo>
                <a:cubicBezTo>
                  <a:pt x="3513140" y="2058224"/>
                  <a:pt x="3512432" y="2060136"/>
                  <a:pt x="3511227" y="2061550"/>
                </a:cubicBezTo>
                <a:lnTo>
                  <a:pt x="3510645" y="2061975"/>
                </a:lnTo>
                <a:lnTo>
                  <a:pt x="3514907" y="2082129"/>
                </a:lnTo>
                <a:lnTo>
                  <a:pt x="3514347" y="2084880"/>
                </a:lnTo>
                <a:lnTo>
                  <a:pt x="3518565" y="2097919"/>
                </a:lnTo>
                <a:lnTo>
                  <a:pt x="3519976" y="2104707"/>
                </a:lnTo>
                <a:lnTo>
                  <a:pt x="3521958" y="2106519"/>
                </a:lnTo>
                <a:cubicBezTo>
                  <a:pt x="3523219" y="2108534"/>
                  <a:pt x="3523895" y="2111498"/>
                  <a:pt x="3523237" y="2116590"/>
                </a:cubicBezTo>
                <a:lnTo>
                  <a:pt x="3522786" y="2117790"/>
                </a:lnTo>
                <a:lnTo>
                  <a:pt x="3526064" y="2125947"/>
                </a:lnTo>
                <a:cubicBezTo>
                  <a:pt x="3527505" y="2128548"/>
                  <a:pt x="3529274" y="2130818"/>
                  <a:pt x="3531495" y="2132603"/>
                </a:cubicBezTo>
                <a:cubicBezTo>
                  <a:pt x="3522034" y="2161762"/>
                  <a:pt x="3533978" y="2187874"/>
                  <a:pt x="3533955" y="2218836"/>
                </a:cubicBezTo>
                <a:cubicBezTo>
                  <a:pt x="3517312" y="2233337"/>
                  <a:pt x="3542024" y="2285180"/>
                  <a:pt x="3559442" y="2291697"/>
                </a:cubicBezTo>
                <a:cubicBezTo>
                  <a:pt x="3544608" y="2292866"/>
                  <a:pt x="3567228" y="2330146"/>
                  <a:pt x="3568373" y="2340076"/>
                </a:cubicBezTo>
                <a:cubicBezTo>
                  <a:pt x="3568755" y="2343387"/>
                  <a:pt x="3566751" y="2343658"/>
                  <a:pt x="3560178" y="2338540"/>
                </a:cubicBezTo>
                <a:cubicBezTo>
                  <a:pt x="3562571" y="2349015"/>
                  <a:pt x="3555536" y="2360463"/>
                  <a:pt x="3548875" y="2354921"/>
                </a:cubicBezTo>
                <a:cubicBezTo>
                  <a:pt x="3564342" y="2386191"/>
                  <a:pt x="3553912" y="2434573"/>
                  <a:pt x="3562290" y="2470516"/>
                </a:cubicBezTo>
                <a:cubicBezTo>
                  <a:pt x="3548732" y="2491328"/>
                  <a:pt x="3561750" y="2479665"/>
                  <a:pt x="3560263" y="2500409"/>
                </a:cubicBezTo>
                <a:cubicBezTo>
                  <a:pt x="3573531" y="2493872"/>
                  <a:pt x="3554177" y="2525877"/>
                  <a:pt x="3569616" y="2525972"/>
                </a:cubicBezTo>
                <a:cubicBezTo>
                  <a:pt x="3568857" y="2529744"/>
                  <a:pt x="3567635" y="2533395"/>
                  <a:pt x="3566291" y="2537057"/>
                </a:cubicBezTo>
                <a:lnTo>
                  <a:pt x="3565595" y="2538979"/>
                </a:lnTo>
                <a:lnTo>
                  <a:pt x="3565471" y="2546483"/>
                </a:lnTo>
                <a:lnTo>
                  <a:pt x="3562111" y="2548822"/>
                </a:lnTo>
                <a:lnTo>
                  <a:pt x="3559542" y="2560277"/>
                </a:lnTo>
                <a:cubicBezTo>
                  <a:pt x="3559093" y="2564534"/>
                  <a:pt x="3559212" y="2569074"/>
                  <a:pt x="3560240" y="2574030"/>
                </a:cubicBezTo>
                <a:cubicBezTo>
                  <a:pt x="3567097" y="2585933"/>
                  <a:pt x="3560828" y="2605604"/>
                  <a:pt x="3562359" y="2622912"/>
                </a:cubicBezTo>
                <a:lnTo>
                  <a:pt x="3564740" y="2630748"/>
                </a:lnTo>
                <a:lnTo>
                  <a:pt x="3563214" y="2656947"/>
                </a:lnTo>
                <a:cubicBezTo>
                  <a:pt x="3563065" y="2664385"/>
                  <a:pt x="3563222" y="2672085"/>
                  <a:pt x="3563949" y="2680153"/>
                </a:cubicBezTo>
                <a:lnTo>
                  <a:pt x="3566383" y="2695058"/>
                </a:lnTo>
                <a:lnTo>
                  <a:pt x="3565385" y="2699075"/>
                </a:lnTo>
                <a:cubicBezTo>
                  <a:pt x="3565951" y="2705917"/>
                  <a:pt x="3570892" y="2714690"/>
                  <a:pt x="3565525" y="2714239"/>
                </a:cubicBezTo>
                <a:lnTo>
                  <a:pt x="3567847" y="2721812"/>
                </a:lnTo>
                <a:lnTo>
                  <a:pt x="3564077" y="2729693"/>
                </a:lnTo>
                <a:cubicBezTo>
                  <a:pt x="3563144" y="2730592"/>
                  <a:pt x="3562134" y="2731288"/>
                  <a:pt x="3561085" y="2731758"/>
                </a:cubicBezTo>
                <a:lnTo>
                  <a:pt x="3563149" y="2742418"/>
                </a:lnTo>
                <a:lnTo>
                  <a:pt x="3560661" y="2751437"/>
                </a:lnTo>
                <a:lnTo>
                  <a:pt x="3563126" y="2758989"/>
                </a:lnTo>
                <a:lnTo>
                  <a:pt x="3562876" y="2762207"/>
                </a:lnTo>
                <a:lnTo>
                  <a:pt x="3561866" y="2770236"/>
                </a:lnTo>
                <a:cubicBezTo>
                  <a:pt x="3561066" y="2774372"/>
                  <a:pt x="3560080" y="2779005"/>
                  <a:pt x="3559378" y="2784138"/>
                </a:cubicBezTo>
                <a:lnTo>
                  <a:pt x="3559178" y="2788436"/>
                </a:lnTo>
                <a:lnTo>
                  <a:pt x="3554648" y="2798068"/>
                </a:lnTo>
                <a:cubicBezTo>
                  <a:pt x="3551209" y="2805087"/>
                  <a:pt x="3548936" y="2810580"/>
                  <a:pt x="3551400" y="2816345"/>
                </a:cubicBezTo>
                <a:cubicBezTo>
                  <a:pt x="3547036" y="2826742"/>
                  <a:pt x="3533490" y="2834711"/>
                  <a:pt x="3538128" y="2849028"/>
                </a:cubicBezTo>
                <a:cubicBezTo>
                  <a:pt x="3531517" y="2845031"/>
                  <a:pt x="3538369" y="2865256"/>
                  <a:pt x="3532013" y="2868126"/>
                </a:cubicBezTo>
                <a:cubicBezTo>
                  <a:pt x="3526842" y="2869601"/>
                  <a:pt x="3527715" y="2876080"/>
                  <a:pt x="3526094" y="2881167"/>
                </a:cubicBezTo>
                <a:cubicBezTo>
                  <a:pt x="3520961" y="2885059"/>
                  <a:pt x="3517628" y="2910333"/>
                  <a:pt x="3518939" y="2918966"/>
                </a:cubicBezTo>
                <a:cubicBezTo>
                  <a:pt x="3525789" y="2943088"/>
                  <a:pt x="3505468" y="2964225"/>
                  <a:pt x="3510391" y="2983548"/>
                </a:cubicBezTo>
                <a:cubicBezTo>
                  <a:pt x="3510204" y="2988707"/>
                  <a:pt x="3509257" y="2993036"/>
                  <a:pt x="3507840" y="2996827"/>
                </a:cubicBezTo>
                <a:lnTo>
                  <a:pt x="3502741" y="3006379"/>
                </a:lnTo>
                <a:lnTo>
                  <a:pt x="3499028" y="3006971"/>
                </a:lnTo>
                <a:lnTo>
                  <a:pt x="3497157" y="3013976"/>
                </a:lnTo>
                <a:lnTo>
                  <a:pt x="3496053" y="3015450"/>
                </a:lnTo>
                <a:cubicBezTo>
                  <a:pt x="3493931" y="3018255"/>
                  <a:pt x="3491925" y="3021106"/>
                  <a:pt x="3490329" y="3024292"/>
                </a:cubicBezTo>
                <a:cubicBezTo>
                  <a:pt x="3504872" y="3031782"/>
                  <a:pt x="3479143" y="3052632"/>
                  <a:pt x="3493186" y="3052840"/>
                </a:cubicBezTo>
                <a:cubicBezTo>
                  <a:pt x="3486942" y="3071654"/>
                  <a:pt x="3501947" y="3066916"/>
                  <a:pt x="3484298" y="3080007"/>
                </a:cubicBezTo>
                <a:cubicBezTo>
                  <a:pt x="3483814" y="3117860"/>
                  <a:pt x="3462683" y="3158406"/>
                  <a:pt x="3469977" y="3195253"/>
                </a:cubicBezTo>
                <a:cubicBezTo>
                  <a:pt x="3464984" y="3186842"/>
                  <a:pt x="3455676" y="3194249"/>
                  <a:pt x="3455490" y="3205255"/>
                </a:cubicBezTo>
                <a:cubicBezTo>
                  <a:pt x="3435461" y="3173385"/>
                  <a:pt x="3464274" y="3257718"/>
                  <a:pt x="3445250" y="3249703"/>
                </a:cubicBezTo>
                <a:cubicBezTo>
                  <a:pt x="3460163" y="3264187"/>
                  <a:pt x="3471377" y="3324835"/>
                  <a:pt x="3452291" y="3330508"/>
                </a:cubicBezTo>
                <a:cubicBezTo>
                  <a:pt x="3445043" y="3359645"/>
                  <a:pt x="3450218" y="3389952"/>
                  <a:pt x="3434486" y="3412864"/>
                </a:cubicBezTo>
                <a:cubicBezTo>
                  <a:pt x="3436166" y="3415609"/>
                  <a:pt x="3437306" y="3418595"/>
                  <a:pt x="3438058" y="3421734"/>
                </a:cubicBezTo>
                <a:lnTo>
                  <a:pt x="3439245" y="3430986"/>
                </a:lnTo>
                <a:lnTo>
                  <a:pt x="3438541" y="3431897"/>
                </a:lnTo>
                <a:cubicBezTo>
                  <a:pt x="3436732" y="3436375"/>
                  <a:pt x="3436677" y="3439488"/>
                  <a:pt x="3437396" y="3441992"/>
                </a:cubicBezTo>
                <a:lnTo>
                  <a:pt x="3438843" y="3444647"/>
                </a:lnTo>
                <a:lnTo>
                  <a:pt x="3438591" y="3451712"/>
                </a:lnTo>
                <a:lnTo>
                  <a:pt x="3439527" y="3466008"/>
                </a:lnTo>
                <a:lnTo>
                  <a:pt x="3438357" y="3468331"/>
                </a:lnTo>
                <a:lnTo>
                  <a:pt x="3437674" y="3489343"/>
                </a:lnTo>
                <a:cubicBezTo>
                  <a:pt x="3437459" y="3489383"/>
                  <a:pt x="3437241" y="3489424"/>
                  <a:pt x="3437026" y="3489465"/>
                </a:cubicBezTo>
                <a:cubicBezTo>
                  <a:pt x="3435558" y="3490219"/>
                  <a:pt x="3434444" y="3491679"/>
                  <a:pt x="3434044" y="3494659"/>
                </a:cubicBezTo>
                <a:cubicBezTo>
                  <a:pt x="3425302" y="3487640"/>
                  <a:pt x="3430211" y="3495561"/>
                  <a:pt x="3429800" y="3504965"/>
                </a:cubicBezTo>
                <a:cubicBezTo>
                  <a:pt x="3416132" y="3496161"/>
                  <a:pt x="3420620" y="3524348"/>
                  <a:pt x="3412115" y="3526661"/>
                </a:cubicBezTo>
                <a:cubicBezTo>
                  <a:pt x="3412121" y="3533765"/>
                  <a:pt x="3411879" y="3541120"/>
                  <a:pt x="3411331" y="3548549"/>
                </a:cubicBezTo>
                <a:lnTo>
                  <a:pt x="3410824" y="3552872"/>
                </a:lnTo>
                <a:cubicBezTo>
                  <a:pt x="3410773" y="3552889"/>
                  <a:pt x="3410721" y="3552908"/>
                  <a:pt x="3410671" y="3552926"/>
                </a:cubicBezTo>
                <a:cubicBezTo>
                  <a:pt x="3410254" y="3553793"/>
                  <a:pt x="3409971" y="3555188"/>
                  <a:pt x="3409849" y="3557419"/>
                </a:cubicBezTo>
                <a:lnTo>
                  <a:pt x="3409902" y="3560756"/>
                </a:lnTo>
                <a:lnTo>
                  <a:pt x="3408918" y="3569144"/>
                </a:lnTo>
                <a:lnTo>
                  <a:pt x="3407623" y="3571810"/>
                </a:lnTo>
                <a:lnTo>
                  <a:pt x="3405729" y="3572549"/>
                </a:lnTo>
                <a:lnTo>
                  <a:pt x="3405835" y="3573359"/>
                </a:lnTo>
                <a:cubicBezTo>
                  <a:pt x="3408214" y="3579757"/>
                  <a:pt x="3412465" y="3582275"/>
                  <a:pt x="3399129" y="3587902"/>
                </a:cubicBezTo>
                <a:cubicBezTo>
                  <a:pt x="3402495" y="3602236"/>
                  <a:pt x="3394605" y="3603730"/>
                  <a:pt x="3389566" y="3621859"/>
                </a:cubicBezTo>
                <a:cubicBezTo>
                  <a:pt x="3393374" y="3630350"/>
                  <a:pt x="3390863" y="3636316"/>
                  <a:pt x="3386307" y="3641820"/>
                </a:cubicBezTo>
                <a:cubicBezTo>
                  <a:pt x="3386232" y="3660214"/>
                  <a:pt x="3378837" y="3675854"/>
                  <a:pt x="3374956" y="3695940"/>
                </a:cubicBezTo>
                <a:cubicBezTo>
                  <a:pt x="3378387" y="3718839"/>
                  <a:pt x="3365817" y="3728358"/>
                  <a:pt x="3361718" y="3749831"/>
                </a:cubicBezTo>
                <a:cubicBezTo>
                  <a:pt x="3370064" y="3770267"/>
                  <a:pt x="3350403" y="3763879"/>
                  <a:pt x="3344768" y="3774338"/>
                </a:cubicBezTo>
                <a:lnTo>
                  <a:pt x="3343985" y="3777418"/>
                </a:lnTo>
                <a:lnTo>
                  <a:pt x="3344520" y="3785849"/>
                </a:lnTo>
                <a:lnTo>
                  <a:pt x="3345162" y="3789023"/>
                </a:lnTo>
                <a:cubicBezTo>
                  <a:pt x="3345441" y="3791209"/>
                  <a:pt x="3345415" y="3792659"/>
                  <a:pt x="3345164" y="3793659"/>
                </a:cubicBezTo>
                <a:lnTo>
                  <a:pt x="3345024" y="3793774"/>
                </a:lnTo>
                <a:lnTo>
                  <a:pt x="3345300" y="3798119"/>
                </a:lnTo>
                <a:cubicBezTo>
                  <a:pt x="3346087" y="3805456"/>
                  <a:pt x="3347157" y="3812596"/>
                  <a:pt x="3348424" y="3819398"/>
                </a:cubicBezTo>
                <a:cubicBezTo>
                  <a:pt x="3340590" y="3825065"/>
                  <a:pt x="3349940" y="3850234"/>
                  <a:pt x="3335133" y="3847354"/>
                </a:cubicBezTo>
                <a:cubicBezTo>
                  <a:pt x="3336403" y="3856524"/>
                  <a:pt x="3342565" y="3862118"/>
                  <a:pt x="3332848" y="3858945"/>
                </a:cubicBezTo>
                <a:cubicBezTo>
                  <a:pt x="3332988" y="3861961"/>
                  <a:pt x="3332168" y="3863811"/>
                  <a:pt x="3330878" y="3865128"/>
                </a:cubicBezTo>
                <a:lnTo>
                  <a:pt x="3330273" y="3865510"/>
                </a:lnTo>
                <a:lnTo>
                  <a:pt x="3333337" y="3885908"/>
                </a:lnTo>
                <a:lnTo>
                  <a:pt x="3332616" y="3888608"/>
                </a:lnTo>
                <a:lnTo>
                  <a:pt x="3336057" y="3901916"/>
                </a:lnTo>
                <a:lnTo>
                  <a:pt x="3337066" y="3908785"/>
                </a:lnTo>
                <a:lnTo>
                  <a:pt x="3338940" y="3910739"/>
                </a:lnTo>
                <a:cubicBezTo>
                  <a:pt x="3340082" y="3912843"/>
                  <a:pt x="3340580" y="3915849"/>
                  <a:pt x="3339621" y="3920873"/>
                </a:cubicBezTo>
                <a:lnTo>
                  <a:pt x="3339102" y="3922032"/>
                </a:lnTo>
                <a:lnTo>
                  <a:pt x="3341891" y="3930408"/>
                </a:lnTo>
                <a:cubicBezTo>
                  <a:pt x="3343178" y="3933107"/>
                  <a:pt x="3344812" y="3935503"/>
                  <a:pt x="3346927" y="3937451"/>
                </a:cubicBezTo>
                <a:cubicBezTo>
                  <a:pt x="3335745" y="3965779"/>
                  <a:pt x="3346136" y="3992699"/>
                  <a:pt x="3344279" y="4023542"/>
                </a:cubicBezTo>
                <a:cubicBezTo>
                  <a:pt x="3347024" y="4058096"/>
                  <a:pt x="3350783" y="4081986"/>
                  <a:pt x="3351926" y="4104769"/>
                </a:cubicBezTo>
                <a:cubicBezTo>
                  <a:pt x="3353695" y="4115384"/>
                  <a:pt x="3359144" y="4193344"/>
                  <a:pt x="3352816" y="4187317"/>
                </a:cubicBezTo>
                <a:cubicBezTo>
                  <a:pt x="3366419" y="4219638"/>
                  <a:pt x="3351446" y="4239971"/>
                  <a:pt x="3357691" y="4276413"/>
                </a:cubicBezTo>
                <a:cubicBezTo>
                  <a:pt x="3342910" y="4296116"/>
                  <a:pt x="3356610" y="4285488"/>
                  <a:pt x="3353895" y="4306037"/>
                </a:cubicBezTo>
                <a:cubicBezTo>
                  <a:pt x="3367541" y="4300534"/>
                  <a:pt x="3346306" y="4330948"/>
                  <a:pt x="3361728" y="4332215"/>
                </a:cubicBezTo>
                <a:cubicBezTo>
                  <a:pt x="3360746" y="4335915"/>
                  <a:pt x="3359307" y="4339458"/>
                  <a:pt x="3357748" y="4343006"/>
                </a:cubicBezTo>
                <a:lnTo>
                  <a:pt x="3356941" y="4344866"/>
                </a:lnTo>
                <a:lnTo>
                  <a:pt x="3356370" y="4352332"/>
                </a:lnTo>
                <a:lnTo>
                  <a:pt x="3352876" y="4354407"/>
                </a:lnTo>
                <a:lnTo>
                  <a:pt x="3352683" y="4444689"/>
                </a:lnTo>
                <a:cubicBezTo>
                  <a:pt x="3355485" y="4452425"/>
                  <a:pt x="3356736" y="4477980"/>
                  <a:pt x="3352455" y="4483791"/>
                </a:cubicBezTo>
                <a:cubicBezTo>
                  <a:pt x="3351784" y="4489320"/>
                  <a:pt x="3353780" y="4495171"/>
                  <a:pt x="3349030" y="4498683"/>
                </a:cubicBezTo>
                <a:cubicBezTo>
                  <a:pt x="3346858" y="4510741"/>
                  <a:pt x="3341860" y="4538358"/>
                  <a:pt x="3339427" y="4556140"/>
                </a:cubicBezTo>
                <a:cubicBezTo>
                  <a:pt x="3342836" y="4560659"/>
                  <a:pt x="3341611" y="4566842"/>
                  <a:pt x="3339521" y="4574959"/>
                </a:cubicBezTo>
                <a:lnTo>
                  <a:pt x="3338246" y="4582576"/>
                </a:lnTo>
                <a:lnTo>
                  <a:pt x="3348539" y="4605460"/>
                </a:lnTo>
                <a:lnTo>
                  <a:pt x="3345760" y="4678575"/>
                </a:lnTo>
                <a:lnTo>
                  <a:pt x="3356250" y="4713574"/>
                </a:lnTo>
                <a:cubicBezTo>
                  <a:pt x="3358600" y="4727943"/>
                  <a:pt x="3359577" y="4741820"/>
                  <a:pt x="3361380" y="4755215"/>
                </a:cubicBezTo>
                <a:cubicBezTo>
                  <a:pt x="3363928" y="4785596"/>
                  <a:pt x="3347531" y="4766123"/>
                  <a:pt x="3361636" y="4803525"/>
                </a:cubicBezTo>
                <a:cubicBezTo>
                  <a:pt x="3356254" y="4807867"/>
                  <a:pt x="3356117" y="4812705"/>
                  <a:pt x="3358957" y="4820729"/>
                </a:cubicBezTo>
                <a:cubicBezTo>
                  <a:pt x="3359783" y="4835507"/>
                  <a:pt x="3345952" y="4834947"/>
                  <a:pt x="3354635" y="4849546"/>
                </a:cubicBezTo>
                <a:cubicBezTo>
                  <a:pt x="3350894" y="4848362"/>
                  <a:pt x="3350351" y="4855411"/>
                  <a:pt x="3349759" y="4861941"/>
                </a:cubicBezTo>
                <a:lnTo>
                  <a:pt x="3347368" y="4866228"/>
                </a:lnTo>
                <a:lnTo>
                  <a:pt x="3358408" y="4889535"/>
                </a:lnTo>
                <a:cubicBezTo>
                  <a:pt x="3373705" y="4931282"/>
                  <a:pt x="3382233" y="4982216"/>
                  <a:pt x="3393319" y="5017998"/>
                </a:cubicBezTo>
                <a:cubicBezTo>
                  <a:pt x="3368256" y="5040241"/>
                  <a:pt x="3392200" y="5029364"/>
                  <a:pt x="3389184" y="5055049"/>
                </a:cubicBezTo>
                <a:cubicBezTo>
                  <a:pt x="3413510" y="5050695"/>
                  <a:pt x="3377700" y="5085342"/>
                  <a:pt x="3405892" y="5089973"/>
                </a:cubicBezTo>
                <a:cubicBezTo>
                  <a:pt x="3404451" y="5094499"/>
                  <a:pt x="3402165" y="5098741"/>
                  <a:pt x="3399662" y="5102960"/>
                </a:cubicBezTo>
                <a:lnTo>
                  <a:pt x="3398363" y="5105176"/>
                </a:lnTo>
                <a:lnTo>
                  <a:pt x="3398026" y="5114590"/>
                </a:lnTo>
                <a:lnTo>
                  <a:pt x="3391859" y="5116550"/>
                </a:lnTo>
                <a:lnTo>
                  <a:pt x="3386999" y="5130226"/>
                </a:lnTo>
                <a:cubicBezTo>
                  <a:pt x="3386119" y="5135455"/>
                  <a:pt x="3386267" y="5141205"/>
                  <a:pt x="3388073" y="5147747"/>
                </a:cubicBezTo>
                <a:cubicBezTo>
                  <a:pt x="3400425" y="5164741"/>
                  <a:pt x="3388688" y="5187675"/>
                  <a:pt x="3391234" y="5209919"/>
                </a:cubicBezTo>
                <a:lnTo>
                  <a:pt x="3395469" y="5220481"/>
                </a:lnTo>
                <a:lnTo>
                  <a:pt x="3392518" y="5250830"/>
                </a:lnTo>
                <a:lnTo>
                  <a:pt x="3393800" y="5252877"/>
                </a:lnTo>
                <a:cubicBezTo>
                  <a:pt x="3393941" y="5258188"/>
                  <a:pt x="3392357" y="5268832"/>
                  <a:pt x="3393361" y="5282697"/>
                </a:cubicBezTo>
                <a:lnTo>
                  <a:pt x="3399825" y="5336059"/>
                </a:lnTo>
                <a:lnTo>
                  <a:pt x="3392824" y="5344884"/>
                </a:lnTo>
                <a:lnTo>
                  <a:pt x="3389277" y="5345998"/>
                </a:lnTo>
                <a:lnTo>
                  <a:pt x="3390946" y="5360636"/>
                </a:lnTo>
                <a:lnTo>
                  <a:pt x="3386366" y="5371486"/>
                </a:lnTo>
                <a:lnTo>
                  <a:pt x="3390662" y="5381496"/>
                </a:lnTo>
                <a:lnTo>
                  <a:pt x="3388199" y="5395290"/>
                </a:lnTo>
                <a:cubicBezTo>
                  <a:pt x="3386677" y="5400263"/>
                  <a:pt x="3384810" y="5405812"/>
                  <a:pt x="3383455" y="5412069"/>
                </a:cubicBezTo>
                <a:lnTo>
                  <a:pt x="3376345" y="5426008"/>
                </a:lnTo>
                <a:lnTo>
                  <a:pt x="3374012" y="5448470"/>
                </a:lnTo>
                <a:cubicBezTo>
                  <a:pt x="3372358" y="5465848"/>
                  <a:pt x="3370199" y="5482458"/>
                  <a:pt x="3365299" y="5498771"/>
                </a:cubicBezTo>
                <a:cubicBezTo>
                  <a:pt x="3368242" y="5512292"/>
                  <a:pt x="3368289" y="5524931"/>
                  <a:pt x="3358774" y="5536815"/>
                </a:cubicBezTo>
                <a:cubicBezTo>
                  <a:pt x="3355554" y="5573082"/>
                  <a:pt x="3364982" y="5582256"/>
                  <a:pt x="3352897" y="5604851"/>
                </a:cubicBezTo>
                <a:cubicBezTo>
                  <a:pt x="3357655" y="5611851"/>
                  <a:pt x="3360065" y="5616619"/>
                  <a:pt x="3360918" y="5620215"/>
                </a:cubicBezTo>
                <a:cubicBezTo>
                  <a:pt x="3363482" y="5631010"/>
                  <a:pt x="3352061" y="5631235"/>
                  <a:pt x="3348145" y="5649365"/>
                </a:cubicBezTo>
                <a:cubicBezTo>
                  <a:pt x="3342329" y="5668683"/>
                  <a:pt x="3336842" y="5635583"/>
                  <a:pt x="3334135" y="5654076"/>
                </a:cubicBezTo>
                <a:cubicBezTo>
                  <a:pt x="3338089" y="5673079"/>
                  <a:pt x="3320876" y="5674673"/>
                  <a:pt x="3326011" y="5694285"/>
                </a:cubicBezTo>
                <a:cubicBezTo>
                  <a:pt x="3339441" y="5687377"/>
                  <a:pt x="3320185" y="5735320"/>
                  <a:pt x="3331448" y="5735077"/>
                </a:cubicBezTo>
                <a:cubicBezTo>
                  <a:pt x="3313758" y="5754960"/>
                  <a:pt x="3333086" y="5760823"/>
                  <a:pt x="3326180" y="5784860"/>
                </a:cubicBezTo>
                <a:cubicBezTo>
                  <a:pt x="3319129" y="5796737"/>
                  <a:pt x="3317432" y="5804806"/>
                  <a:pt x="3323175" y="5814629"/>
                </a:cubicBezTo>
                <a:cubicBezTo>
                  <a:pt x="3289103" y="5869565"/>
                  <a:pt x="3319352" y="5845410"/>
                  <a:pt x="3303983" y="5894405"/>
                </a:cubicBezTo>
                <a:lnTo>
                  <a:pt x="3302615" y="5898375"/>
                </a:lnTo>
                <a:lnTo>
                  <a:pt x="3305988" y="5914019"/>
                </a:lnTo>
                <a:cubicBezTo>
                  <a:pt x="3306566" y="5914416"/>
                  <a:pt x="3307142" y="5914813"/>
                  <a:pt x="3307720" y="5915209"/>
                </a:cubicBezTo>
                <a:lnTo>
                  <a:pt x="3288942" y="5962966"/>
                </a:lnTo>
                <a:lnTo>
                  <a:pt x="3289995" y="5969791"/>
                </a:lnTo>
                <a:lnTo>
                  <a:pt x="3273219" y="6000303"/>
                </a:lnTo>
                <a:lnTo>
                  <a:pt x="3266971" y="6016394"/>
                </a:lnTo>
                <a:lnTo>
                  <a:pt x="3258268" y="6034498"/>
                </a:lnTo>
                <a:lnTo>
                  <a:pt x="3262376" y="6046147"/>
                </a:lnTo>
                <a:cubicBezTo>
                  <a:pt x="3269023" y="6073717"/>
                  <a:pt x="3250846" y="6118951"/>
                  <a:pt x="3274161" y="6127097"/>
                </a:cubicBezTo>
                <a:cubicBezTo>
                  <a:pt x="3261055" y="6140796"/>
                  <a:pt x="3284255" y="6151240"/>
                  <a:pt x="3287116" y="6165061"/>
                </a:cubicBezTo>
                <a:cubicBezTo>
                  <a:pt x="3278972" y="6176795"/>
                  <a:pt x="3286959" y="6181809"/>
                  <a:pt x="3289289" y="6191816"/>
                </a:cubicBezTo>
                <a:cubicBezTo>
                  <a:pt x="3284123" y="6196765"/>
                  <a:pt x="3284941" y="6205311"/>
                  <a:pt x="3291517" y="6207797"/>
                </a:cubicBezTo>
                <a:cubicBezTo>
                  <a:pt x="3306003" y="6202672"/>
                  <a:pt x="3300501" y="6232914"/>
                  <a:pt x="3310808" y="6234442"/>
                </a:cubicBezTo>
                <a:cubicBezTo>
                  <a:pt x="3314005" y="6251566"/>
                  <a:pt x="3305763" y="6327405"/>
                  <a:pt x="3322832" y="6339012"/>
                </a:cubicBezTo>
                <a:cubicBezTo>
                  <a:pt x="3332735" y="6373401"/>
                  <a:pt x="3309981" y="6425589"/>
                  <a:pt x="3311360" y="6440393"/>
                </a:cubicBezTo>
                <a:cubicBezTo>
                  <a:pt x="3282540" y="6457108"/>
                  <a:pt x="3365374" y="6523495"/>
                  <a:pt x="3370963" y="6586374"/>
                </a:cubicBezTo>
                <a:cubicBezTo>
                  <a:pt x="3368621" y="6595055"/>
                  <a:pt x="3368943" y="6599590"/>
                  <a:pt x="3375863" y="6601412"/>
                </a:cubicBezTo>
                <a:cubicBezTo>
                  <a:pt x="3380798" y="6617525"/>
                  <a:pt x="3389212" y="6649404"/>
                  <a:pt x="3400578" y="6683057"/>
                </a:cubicBezTo>
                <a:cubicBezTo>
                  <a:pt x="3408645" y="6705148"/>
                  <a:pt x="3410628" y="6805370"/>
                  <a:pt x="3417831" y="6852700"/>
                </a:cubicBezTo>
                <a:lnTo>
                  <a:pt x="3418926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3300" dirty="0"/>
              <a:t>Client Requirements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5AB737EF-D8EA-AF30-3582-09E63A8EED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6433966"/>
              </p:ext>
            </p:extLst>
          </p:nvPr>
        </p:nvGraphicFramePr>
        <p:xfrm>
          <a:off x="3458583" y="766763"/>
          <a:ext cx="5202814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DCECD9-B2EF-97DB-734D-C8848B7CE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Project Fees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2C94B99-C31A-B298-1FF6-94E88294FB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1783311"/>
              </p:ext>
            </p:extLst>
          </p:nvPr>
        </p:nvGraphicFramePr>
        <p:xfrm>
          <a:off x="640510" y="1966293"/>
          <a:ext cx="7862980" cy="445216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710234">
                  <a:extLst>
                    <a:ext uri="{9D8B030D-6E8A-4147-A177-3AD203B41FA5}">
                      <a16:colId xmlns:a16="http://schemas.microsoft.com/office/drawing/2014/main" val="2079185131"/>
                    </a:ext>
                  </a:extLst>
                </a:gridCol>
                <a:gridCol w="1595895">
                  <a:extLst>
                    <a:ext uri="{9D8B030D-6E8A-4147-A177-3AD203B41FA5}">
                      <a16:colId xmlns:a16="http://schemas.microsoft.com/office/drawing/2014/main" val="869121772"/>
                    </a:ext>
                  </a:extLst>
                </a:gridCol>
                <a:gridCol w="1842630">
                  <a:extLst>
                    <a:ext uri="{9D8B030D-6E8A-4147-A177-3AD203B41FA5}">
                      <a16:colId xmlns:a16="http://schemas.microsoft.com/office/drawing/2014/main" val="2613704598"/>
                    </a:ext>
                  </a:extLst>
                </a:gridCol>
                <a:gridCol w="1714221">
                  <a:extLst>
                    <a:ext uri="{9D8B030D-6E8A-4147-A177-3AD203B41FA5}">
                      <a16:colId xmlns:a16="http://schemas.microsoft.com/office/drawing/2014/main" val="2438411992"/>
                    </a:ext>
                  </a:extLst>
                </a:gridCol>
              </a:tblGrid>
              <a:tr h="719345">
                <a:tc>
                  <a:txBody>
                    <a:bodyPr/>
                    <a:lstStyle/>
                    <a:p>
                      <a:pPr algn="ctr"/>
                      <a:r>
                        <a:rPr lang="en-US" sz="1900" b="1"/>
                        <a:t>Task</a:t>
                      </a:r>
                    </a:p>
                  </a:txBody>
                  <a:tcPr marL="97209" marR="97209" marT="48604" marB="486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/>
                        <a:t>Estimated Hours </a:t>
                      </a:r>
                    </a:p>
                  </a:txBody>
                  <a:tcPr marL="97209" marR="97209" marT="48604" marB="486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/>
                        <a:t>Rate per Hour ($) </a:t>
                      </a:r>
                    </a:p>
                  </a:txBody>
                  <a:tcPr marL="97209" marR="97209" marT="48604" marB="486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/>
                        <a:t>Total Cost ($) </a:t>
                      </a:r>
                    </a:p>
                  </a:txBody>
                  <a:tcPr marL="97209" marR="97209" marT="48604" marB="48604"/>
                </a:tc>
                <a:extLst>
                  <a:ext uri="{0D108BD9-81ED-4DB2-BD59-A6C34878D82A}">
                    <a16:rowId xmlns:a16="http://schemas.microsoft.com/office/drawing/2014/main" val="2903027669"/>
                  </a:ext>
                </a:extLst>
              </a:tr>
              <a:tr h="427719">
                <a:tc>
                  <a:txBody>
                    <a:bodyPr/>
                    <a:lstStyle/>
                    <a:p>
                      <a:pPr algn="ctr"/>
                      <a:r>
                        <a:rPr lang="en-US" sz="1900" b="1"/>
                        <a:t>UI/UX Design </a:t>
                      </a:r>
                    </a:p>
                  </a:txBody>
                  <a:tcPr marL="97209" marR="97209" marT="48604" marB="486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/>
                        <a:t>8</a:t>
                      </a:r>
                    </a:p>
                  </a:txBody>
                  <a:tcPr marL="97209" marR="97209" marT="48604" marB="486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/>
                        <a:t>25</a:t>
                      </a:r>
                    </a:p>
                  </a:txBody>
                  <a:tcPr marL="97209" marR="97209" marT="48604" marB="486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/>
                        <a:t>200</a:t>
                      </a:r>
                    </a:p>
                  </a:txBody>
                  <a:tcPr marL="97209" marR="97209" marT="48604" marB="48604"/>
                </a:tc>
                <a:extLst>
                  <a:ext uri="{0D108BD9-81ED-4DB2-BD59-A6C34878D82A}">
                    <a16:rowId xmlns:a16="http://schemas.microsoft.com/office/drawing/2014/main" val="1285717836"/>
                  </a:ext>
                </a:extLst>
              </a:tr>
              <a:tr h="719345">
                <a:tc>
                  <a:txBody>
                    <a:bodyPr/>
                    <a:lstStyle/>
                    <a:p>
                      <a:pPr algn="ctr"/>
                      <a:r>
                        <a:rPr lang="en-US" sz="1900" b="1"/>
                        <a:t>Frontend Development </a:t>
                      </a:r>
                    </a:p>
                  </a:txBody>
                  <a:tcPr marL="97209" marR="97209" marT="48604" marB="486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/>
                        <a:t>12</a:t>
                      </a:r>
                    </a:p>
                  </a:txBody>
                  <a:tcPr marL="97209" marR="97209" marT="48604" marB="486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/>
                        <a:t>30</a:t>
                      </a:r>
                    </a:p>
                  </a:txBody>
                  <a:tcPr marL="97209" marR="97209" marT="48604" marB="486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/>
                        <a:t>360</a:t>
                      </a:r>
                    </a:p>
                  </a:txBody>
                  <a:tcPr marL="97209" marR="97209" marT="48604" marB="48604"/>
                </a:tc>
                <a:extLst>
                  <a:ext uri="{0D108BD9-81ED-4DB2-BD59-A6C34878D82A}">
                    <a16:rowId xmlns:a16="http://schemas.microsoft.com/office/drawing/2014/main" val="1411478478"/>
                  </a:ext>
                </a:extLst>
              </a:tr>
              <a:tr h="719345">
                <a:tc>
                  <a:txBody>
                    <a:bodyPr/>
                    <a:lstStyle/>
                    <a:p>
                      <a:pPr algn="ctr"/>
                      <a:r>
                        <a:rPr lang="en-US" sz="1900" b="1"/>
                        <a:t>Responsiveness Testing </a:t>
                      </a:r>
                    </a:p>
                  </a:txBody>
                  <a:tcPr marL="97209" marR="97209" marT="48604" marB="486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/>
                        <a:t>4</a:t>
                      </a:r>
                    </a:p>
                  </a:txBody>
                  <a:tcPr marL="97209" marR="97209" marT="48604" marB="486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/>
                        <a:t>25</a:t>
                      </a:r>
                    </a:p>
                  </a:txBody>
                  <a:tcPr marL="97209" marR="97209" marT="48604" marB="486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/>
                        <a:t>100</a:t>
                      </a:r>
                    </a:p>
                  </a:txBody>
                  <a:tcPr marL="97209" marR="97209" marT="48604" marB="48604"/>
                </a:tc>
                <a:extLst>
                  <a:ext uri="{0D108BD9-81ED-4DB2-BD59-A6C34878D82A}">
                    <a16:rowId xmlns:a16="http://schemas.microsoft.com/office/drawing/2014/main" val="930269101"/>
                  </a:ext>
                </a:extLst>
              </a:tr>
              <a:tr h="719345">
                <a:tc>
                  <a:txBody>
                    <a:bodyPr/>
                    <a:lstStyle/>
                    <a:p>
                      <a:pPr algn="ctr"/>
                      <a:r>
                        <a:rPr lang="en-US" sz="1900" b="1"/>
                        <a:t>Revisions &amp; Adjustments </a:t>
                      </a:r>
                    </a:p>
                  </a:txBody>
                  <a:tcPr marL="97209" marR="97209" marT="48604" marB="486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/>
                        <a:t>3</a:t>
                      </a:r>
                    </a:p>
                  </a:txBody>
                  <a:tcPr marL="97209" marR="97209" marT="48604" marB="486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/>
                        <a:t>20</a:t>
                      </a:r>
                    </a:p>
                  </a:txBody>
                  <a:tcPr marL="97209" marR="97209" marT="48604" marB="486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/>
                        <a:t>60</a:t>
                      </a:r>
                    </a:p>
                  </a:txBody>
                  <a:tcPr marL="97209" marR="97209" marT="48604" marB="48604"/>
                </a:tc>
                <a:extLst>
                  <a:ext uri="{0D108BD9-81ED-4DB2-BD59-A6C34878D82A}">
                    <a16:rowId xmlns:a16="http://schemas.microsoft.com/office/drawing/2014/main" val="3872782389"/>
                  </a:ext>
                </a:extLst>
              </a:tr>
              <a:tr h="719345">
                <a:tc>
                  <a:txBody>
                    <a:bodyPr/>
                    <a:lstStyle/>
                    <a:p>
                      <a:pPr algn="ctr"/>
                      <a:r>
                        <a:rPr lang="en-US" sz="1900" b="1"/>
                        <a:t>Deployment &amp; Support </a:t>
                      </a:r>
                    </a:p>
                  </a:txBody>
                  <a:tcPr marL="97209" marR="97209" marT="48604" marB="486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/>
                        <a:t>3</a:t>
                      </a:r>
                    </a:p>
                  </a:txBody>
                  <a:tcPr marL="97209" marR="97209" marT="48604" marB="486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/>
                        <a:t>20</a:t>
                      </a:r>
                    </a:p>
                  </a:txBody>
                  <a:tcPr marL="97209" marR="97209" marT="48604" marB="486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/>
                        <a:t>60</a:t>
                      </a:r>
                    </a:p>
                  </a:txBody>
                  <a:tcPr marL="97209" marR="97209" marT="48604" marB="48604"/>
                </a:tc>
                <a:extLst>
                  <a:ext uri="{0D108BD9-81ED-4DB2-BD59-A6C34878D82A}">
                    <a16:rowId xmlns:a16="http://schemas.microsoft.com/office/drawing/2014/main" val="3262146182"/>
                  </a:ext>
                </a:extLst>
              </a:tr>
              <a:tr h="427719">
                <a:tc>
                  <a:txBody>
                    <a:bodyPr/>
                    <a:lstStyle/>
                    <a:p>
                      <a:pPr algn="ctr"/>
                      <a:r>
                        <a:rPr lang="en-US" sz="1900" b="1">
                          <a:solidFill>
                            <a:srgbClr val="C00000"/>
                          </a:solidFill>
                        </a:rPr>
                        <a:t>Total Estimated Fees</a:t>
                      </a:r>
                    </a:p>
                  </a:txBody>
                  <a:tcPr marL="97209" marR="97209" marT="48604" marB="486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marL="97209" marR="97209" marT="48604" marB="48604"/>
                </a:tc>
                <a:tc>
                  <a:txBody>
                    <a:bodyPr/>
                    <a:lstStyle/>
                    <a:p>
                      <a:pPr algn="ctr"/>
                      <a:endParaRPr lang="en-US" sz="1900" b="1">
                        <a:solidFill>
                          <a:srgbClr val="C00000"/>
                        </a:solidFill>
                      </a:endParaRPr>
                    </a:p>
                  </a:txBody>
                  <a:tcPr marL="97209" marR="97209" marT="48604" marB="486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>
                          <a:solidFill>
                            <a:srgbClr val="C00000"/>
                          </a:solidFill>
                        </a:rPr>
                        <a:t>$780</a:t>
                      </a:r>
                    </a:p>
                  </a:txBody>
                  <a:tcPr marL="97209" marR="97209" marT="48604" marB="48604"/>
                </a:tc>
                <a:extLst>
                  <a:ext uri="{0D108BD9-81ED-4DB2-BD59-A6C34878D82A}">
                    <a16:rowId xmlns:a16="http://schemas.microsoft.com/office/drawing/2014/main" val="2843613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0626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773525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US" sz="6300" dirty="0"/>
              <a:t>Payment 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2470" y="2669084"/>
            <a:ext cx="7216509" cy="2800395"/>
          </a:xfrm>
        </p:spPr>
        <p:txBody>
          <a:bodyPr anchor="t">
            <a:normAutofit/>
          </a:bodyPr>
          <a:lstStyle/>
          <a:p>
            <a:r>
              <a:rPr lang="en-US" sz="2100" b="1" dirty="0"/>
              <a:t>50% </a:t>
            </a:r>
            <a:r>
              <a:rPr lang="en-US" sz="2100" dirty="0"/>
              <a:t>upfront payment before starting the project.</a:t>
            </a:r>
          </a:p>
          <a:p>
            <a:r>
              <a:rPr lang="en-US" sz="2100" b="1" dirty="0"/>
              <a:t>30% </a:t>
            </a:r>
            <a:r>
              <a:rPr lang="en-US" sz="2100" dirty="0"/>
              <a:t>payment after the first prototype is delivered.</a:t>
            </a:r>
          </a:p>
          <a:p>
            <a:r>
              <a:rPr lang="en-US" sz="2100" b="1" dirty="0"/>
              <a:t>20% </a:t>
            </a:r>
            <a:r>
              <a:rPr lang="en-US" sz="2100" dirty="0"/>
              <a:t>final payment upon project completion and approval.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08993"/>
            <a:ext cx="6923558" cy="13126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Professional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9535" y="2936074"/>
            <a:ext cx="6332309" cy="13126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defTabSz="914400">
              <a:lnSpc>
                <a:spcPct val="150000"/>
              </a:lnSpc>
              <a:spcBef>
                <a:spcPts val="1000"/>
              </a:spcBef>
              <a:buNone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proposal can be delivered as a PDF with mockups, milestones, and expected timelines.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US" sz="4200"/>
              <a:t>Customization &amp; Personalization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83843F3-E018-E6C3-DC76-43D3233336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9158540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US" sz="4200"/>
              <a:t>Follow-Up &amp; Negotiation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2193572"/>
          </a:xfrm>
        </p:spPr>
        <p:txBody>
          <a:bodyPr anchor="ctr">
            <a:normAutofit/>
          </a:bodyPr>
          <a:lstStyle/>
          <a:p>
            <a:r>
              <a:rPr lang="en-US" sz="2100" dirty="0"/>
              <a:t> </a:t>
            </a:r>
            <a:r>
              <a:rPr lang="en-US" sz="2400" dirty="0"/>
              <a:t>Open to discussions for adjustments based on budget and priorities.</a:t>
            </a:r>
          </a:p>
          <a:p>
            <a:r>
              <a:rPr lang="en-US" sz="2400" dirty="0"/>
              <a:t>Follow-up meetings can be scheduled to refine requirements.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55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EC41E-FB01-0F9A-D46F-17C893ED8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3667" y="339016"/>
            <a:ext cx="7879841" cy="296720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7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EAE819F-4E41-C370-EBC5-9B9DDD114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9517" y="5928259"/>
            <a:ext cx="494071" cy="4940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B770B5-C7B6-94C3-3D11-6928D5FB0850}"/>
              </a:ext>
            </a:extLst>
          </p:cNvPr>
          <p:cNvSpPr txBox="1"/>
          <p:nvPr/>
        </p:nvSpPr>
        <p:spPr>
          <a:xfrm>
            <a:off x="6083588" y="5928259"/>
            <a:ext cx="2566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+20 1205821041</a:t>
            </a:r>
            <a:endParaRPr lang="en-US" sz="2400" dirty="0"/>
          </a:p>
        </p:txBody>
      </p:sp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D7D463E-8F1D-90E1-6E8D-64D3C4B80A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033" y="5912055"/>
            <a:ext cx="494071" cy="49407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A187221-F066-B849-EDA7-330E36CFDD93}"/>
              </a:ext>
            </a:extLst>
          </p:cNvPr>
          <p:cNvSpPr txBox="1"/>
          <p:nvPr/>
        </p:nvSpPr>
        <p:spPr>
          <a:xfrm>
            <a:off x="1357575" y="5918705"/>
            <a:ext cx="1702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Sara Elshaer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89518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236</Words>
  <Application>Microsoft Office PowerPoint</Application>
  <PresentationFormat>On-screen Show (4:3)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Financial Proposal Landing Page</vt:lpstr>
      <vt:lpstr>Client Requirements</vt:lpstr>
      <vt:lpstr>Project Fees</vt:lpstr>
      <vt:lpstr>Payment Terms</vt:lpstr>
      <vt:lpstr>Professional Presentation</vt:lpstr>
      <vt:lpstr>Customization &amp; Personalization</vt:lpstr>
      <vt:lpstr>Follow-Up &amp; Negotiation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Kareem Elshaaer</dc:creator>
  <cp:keywords/>
  <dc:description>generated using python-pptx</dc:description>
  <cp:lastModifiedBy>Sara Shaban Elshaer</cp:lastModifiedBy>
  <cp:revision>2</cp:revision>
  <dcterms:created xsi:type="dcterms:W3CDTF">2013-01-27T09:14:16Z</dcterms:created>
  <dcterms:modified xsi:type="dcterms:W3CDTF">2025-02-04T17:52:58Z</dcterms:modified>
  <cp:category/>
</cp:coreProperties>
</file>